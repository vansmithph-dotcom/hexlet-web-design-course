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d61dd525f04a18" /><Relationship Type="http://schemas.openxmlformats.org/officeDocument/2006/relationships/extended-properties" Target="/docProps/app.xml" Id="Rc042b4506ef5435d" /><Relationship Type="http://schemas.openxmlformats.org/officeDocument/2006/relationships/officeDocument" Target="/ppt/presentation.xml" Id="Ra401f6153fa444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b0798c8a264487"/>
  </p:sldMasterIdLst>
  <p:notesMasterIdLst>
    <p:notesMasterId xmlns:r="http://schemas.openxmlformats.org/officeDocument/2006/relationships" r:id="R740aaf22fa164374"/>
  </p:notesMasterIdLst>
  <p:sldIdLst>
    <p:sldId xmlns:r="http://schemas.openxmlformats.org/officeDocument/2006/relationships" id="256" r:id="R2f924b270c0446fd"/>
    <p:sldId xmlns:r="http://schemas.openxmlformats.org/officeDocument/2006/relationships" id="257" r:id="R345587bf35df48af"/>
    <p:sldId xmlns:r="http://schemas.openxmlformats.org/officeDocument/2006/relationships" id="258" r:id="R015a732398874a6d"/>
    <p:sldId xmlns:r="http://schemas.openxmlformats.org/officeDocument/2006/relationships" id="259" r:id="Rc33b5816fa744658"/>
    <p:sldId xmlns:r="http://schemas.openxmlformats.org/officeDocument/2006/relationships" id="260" r:id="Rbfb19d8b34b54df4"/>
    <p:sldId xmlns:r="http://schemas.openxmlformats.org/officeDocument/2006/relationships" id="261" r:id="Rc04a7e86d1d34a8c"/>
    <p:sldId xmlns:r="http://schemas.openxmlformats.org/officeDocument/2006/relationships" id="262" r:id="Rdadf0d4dbb844b06"/>
    <p:sldId xmlns:r="http://schemas.openxmlformats.org/officeDocument/2006/relationships" id="263" r:id="R614160be3a544b81"/>
    <p:sldId xmlns:r="http://schemas.openxmlformats.org/officeDocument/2006/relationships" id="264" r:id="Re03bd6e1ad3f479d"/>
    <p:sldId xmlns:r="http://schemas.openxmlformats.org/officeDocument/2006/relationships" id="265" r:id="R07195c8b5c3c41db"/>
    <p:sldId xmlns:r="http://schemas.openxmlformats.org/officeDocument/2006/relationships" id="266" r:id="R83a3ddc10c2646e7"/>
    <p:sldId xmlns:r="http://schemas.openxmlformats.org/officeDocument/2006/relationships" id="267" r:id="R06842196fd2847a4"/>
    <p:sldId xmlns:r="http://schemas.openxmlformats.org/officeDocument/2006/relationships" id="268" r:id="R72c25c1996924ad6"/>
    <p:sldId xmlns:r="http://schemas.openxmlformats.org/officeDocument/2006/relationships" id="269" r:id="Rdf5a0c98e7dd48f8"/>
    <p:sldId xmlns:r="http://schemas.openxmlformats.org/officeDocument/2006/relationships" id="270" r:id="R961633bfc4b644f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61325e49dc4abb" /><Relationship Type="http://schemas.openxmlformats.org/officeDocument/2006/relationships/slideMaster" Target="/ppt/slideMasters/slideMaster1.xml" Id="R5db0798c8a264487" /><Relationship Type="http://schemas.openxmlformats.org/officeDocument/2006/relationships/notesMaster" Target="/ppt/notesMasters/notesMaster1.xml" Id="R740aaf22fa164374" /><Relationship Type="http://schemas.openxmlformats.org/officeDocument/2006/relationships/presProps" Target="/ppt/presProps.xml" Id="R70078f8ae2ea46f0" /><Relationship Type="http://schemas.openxmlformats.org/officeDocument/2006/relationships/tableStyles" Target="/ppt/tableStyles.xml" Id="Rbb341ca196c84d0f" /><Relationship Type="http://schemas.openxmlformats.org/officeDocument/2006/relationships/slide" Target="/ppt/slides/slide1.xml" Id="R2f924b270c0446fd" /><Relationship Type="http://schemas.openxmlformats.org/officeDocument/2006/relationships/slide" Target="/ppt/slides/slide2.xml" Id="R345587bf35df48af" /><Relationship Type="http://schemas.openxmlformats.org/officeDocument/2006/relationships/slide" Target="/ppt/slides/slide3.xml" Id="R015a732398874a6d" /><Relationship Type="http://schemas.openxmlformats.org/officeDocument/2006/relationships/slide" Target="/ppt/slides/slide4.xml" Id="Rc33b5816fa744658" /><Relationship Type="http://schemas.openxmlformats.org/officeDocument/2006/relationships/slide" Target="/ppt/slides/slide5.xml" Id="Rbfb19d8b34b54df4" /><Relationship Type="http://schemas.openxmlformats.org/officeDocument/2006/relationships/slide" Target="/ppt/slides/slide6.xml" Id="Rc04a7e86d1d34a8c" /><Relationship Type="http://schemas.openxmlformats.org/officeDocument/2006/relationships/slide" Target="/ppt/slides/slide7.xml" Id="Rdadf0d4dbb844b06" /><Relationship Type="http://schemas.openxmlformats.org/officeDocument/2006/relationships/slide" Target="/ppt/slides/slide8.xml" Id="R614160be3a544b81" /><Relationship Type="http://schemas.openxmlformats.org/officeDocument/2006/relationships/slide" Target="/ppt/slides/slide9.xml" Id="Re03bd6e1ad3f479d" /><Relationship Type="http://schemas.openxmlformats.org/officeDocument/2006/relationships/slide" Target="/ppt/slides/slide10.xml" Id="R07195c8b5c3c41db" /><Relationship Type="http://schemas.openxmlformats.org/officeDocument/2006/relationships/slide" Target="/ppt/slides/slide11.xml" Id="R83a3ddc10c2646e7" /><Relationship Type="http://schemas.openxmlformats.org/officeDocument/2006/relationships/slide" Target="/ppt/slides/slide12.xml" Id="R06842196fd2847a4" /><Relationship Type="http://schemas.openxmlformats.org/officeDocument/2006/relationships/slide" Target="/ppt/slides/slide13.xml" Id="R72c25c1996924ad6" /><Relationship Type="http://schemas.openxmlformats.org/officeDocument/2006/relationships/slide" Target="/ppt/slides/slide14.xml" Id="Rdf5a0c98e7dd48f8" /><Relationship Type="http://schemas.openxmlformats.org/officeDocument/2006/relationships/slide" Target="/ppt/slides/slide15.xml" Id="R961633bfc4b644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0f0b5fd19240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48d3dbb40c4d1d" /><Relationship Type="http://schemas.openxmlformats.org/officeDocument/2006/relationships/notesMaster" Target="/ppt/notesMasters/notesMaster1.xml" Id="R044ed159513c47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218b878630452c" /><Relationship Type="http://schemas.openxmlformats.org/officeDocument/2006/relationships/notesMaster" Target="/ppt/notesMasters/notesMaster1.xml" Id="R9a9e9098e091462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962b681a2e4c59" /><Relationship Type="http://schemas.openxmlformats.org/officeDocument/2006/relationships/notesMaster" Target="/ppt/notesMasters/notesMaster1.xml" Id="Rf64c343eedb645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5134bac4bd4639" /><Relationship Type="http://schemas.openxmlformats.org/officeDocument/2006/relationships/notesMaster" Target="/ppt/notesMasters/notesMaster1.xml" Id="Rf94049422bdb46f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abffcc4a044b19" /><Relationship Type="http://schemas.openxmlformats.org/officeDocument/2006/relationships/notesMaster" Target="/ppt/notesMasters/notesMaster1.xml" Id="Rf9556d55b6134bf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1f569c299a84880" /><Relationship Type="http://schemas.openxmlformats.org/officeDocument/2006/relationships/notesMaster" Target="/ppt/notesMasters/notesMaster1.xml" Id="R3d61143eac1d4e8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8c9379a0376459e" /><Relationship Type="http://schemas.openxmlformats.org/officeDocument/2006/relationships/notesMaster" Target="/ppt/notesMasters/notesMaster1.xml" Id="R49c612d6b23645a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2cfcdab5df6403d" /><Relationship Type="http://schemas.openxmlformats.org/officeDocument/2006/relationships/notesMaster" Target="/ppt/notesMasters/notesMaster1.xml" Id="R1a84657c91df4e3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364c829e3cf4dd8" /><Relationship Type="http://schemas.openxmlformats.org/officeDocument/2006/relationships/notesMaster" Target="/ppt/notesMasters/notesMaster1.xml" Id="Ra83d63ed8826436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b59a6eecb164ffe" /><Relationship Type="http://schemas.openxmlformats.org/officeDocument/2006/relationships/notesMaster" Target="/ppt/notesMasters/notesMaster1.xml" Id="Re242c70bd7c143e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ac0b3be52f744ea" /><Relationship Type="http://schemas.openxmlformats.org/officeDocument/2006/relationships/notesMaster" Target="/ppt/notesMasters/notesMaster1.xml" Id="Rc9c33552d7c940c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a5bdb3f3db2473b" /><Relationship Type="http://schemas.openxmlformats.org/officeDocument/2006/relationships/notesMaster" Target="/ppt/notesMasters/notesMaster1.xml" Id="R140f911546ab480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12a811a4eb74512" /><Relationship Type="http://schemas.openxmlformats.org/officeDocument/2006/relationships/notesMaster" Target="/ppt/notesMasters/notesMaster1.xml" Id="Rcd47a52485994be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72d92f7c3ec496c" /><Relationship Type="http://schemas.openxmlformats.org/officeDocument/2006/relationships/notesMaster" Target="/ppt/notesMasters/notesMaster1.xml" Id="R1e3fa97faaf74e9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aed1c1bb9e946ac" /><Relationship Type="http://schemas.openxmlformats.org/officeDocument/2006/relationships/notesMaster" Target="/ppt/notesMasters/notesMaster1.xml" Id="R4272a9bc6fcc44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Обложка. Обязательное hero-изображение РО 1.1. Тема: Photoshop единый цвет серии из трёх изображений.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Зачем это занятие.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П033;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Проблема, которую решает занятие.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П033;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Ключевые понятия.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П033;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Рабочий алгоритм.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Показ преподавателя: действие, объяснение, повтор первого шага, самостоятельное усложнение.</a:t>
            </a:r>
          </a:p>
          <a:p xmlns:a="http://schemas.openxmlformats.org/drawingml/2006/main">
            <a:r>
              <a:t>Визуалы повторно использованы из принятого комплекта П033;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Показ преподавателя: действие и объяснение.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П033;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Зачем нужен этот приём.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П033;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Пары: сравнение по одному критерию.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П033;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Пять вопросов к работе.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П033;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Разбор ответов студентов.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П033;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Интерактив: найдите пять признаков.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П033;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Практика: от повтора к самостоятельному решению.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П033;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Как звучит сильный вывод.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П033;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Проверка результата.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П033;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Итоги занятия.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П033;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7be7bee49042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41a5af01c841d1" /><Relationship Type="http://schemas.openxmlformats.org/officeDocument/2006/relationships/slideLayout" Target="/ppt/slideLayouts/slideLayout1.xml" Id="R322939b85f3348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2939b85f3348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52f914952d401b" /><Relationship Type="http://schemas.openxmlformats.org/officeDocument/2006/relationships/image" Target="/ppt/media/image.png" Id="Rea623cf20e70434e" /><Relationship Type="http://schemas.openxmlformats.org/officeDocument/2006/relationships/notesSlide" Target="/ppt/notesSlides/notesSlide1.xml" Id="R44287795deff4c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a6d7cdfb174dcb" /><Relationship Type="http://schemas.openxmlformats.org/officeDocument/2006/relationships/image" Target="/ppt/media/image.jpeg" Id="Re6feed5696c746ab" /><Relationship Type="http://schemas.openxmlformats.org/officeDocument/2006/relationships/image" Target="/ppt/media/image2.png" Id="Redc5243f65944864" /><Relationship Type="http://schemas.openxmlformats.org/officeDocument/2006/relationships/image" Target="/ppt/media/image2.jpeg" Id="Rdf6b2db49ddc49c7" /><Relationship Type="http://schemas.openxmlformats.org/officeDocument/2006/relationships/image" Target="/ppt/media/image3.jpeg" Id="Ra4392000cca34c88" /><Relationship Type="http://schemas.openxmlformats.org/officeDocument/2006/relationships/notesSlide" Target="/ppt/notesSlides/notesSlide2.xml" Id="R59efc9df16494d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39c2ba663748f8" /><Relationship Type="http://schemas.openxmlformats.org/officeDocument/2006/relationships/image" Target="/ppt/media/image4.jpeg" Id="R4d9d6379e8e74b0c" /><Relationship Type="http://schemas.openxmlformats.org/officeDocument/2006/relationships/image" Target="/ppt/media/image5.jpeg" Id="Rb3303f27c71e4ae3" /><Relationship Type="http://schemas.openxmlformats.org/officeDocument/2006/relationships/notesSlide" Target="/ppt/notesSlides/notesSlide3.xml" Id="Rf4a2465e7c5349b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94235515c54f36" /><Relationship Type="http://schemas.openxmlformats.org/officeDocument/2006/relationships/image" Target="/ppt/media/image6.jpeg" Id="R9862519c2cf54439" /><Relationship Type="http://schemas.openxmlformats.org/officeDocument/2006/relationships/notesSlide" Target="/ppt/notesSlides/notesSlide4.xml" Id="Rca9d7e139fdd47a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fa26f633b34558" /><Relationship Type="http://schemas.openxmlformats.org/officeDocument/2006/relationships/image" Target="/ppt/media/image7.jpeg" Id="R42eaa895bcb74e3b" /><Relationship Type="http://schemas.openxmlformats.org/officeDocument/2006/relationships/image" Target="/ppt/media/image8.jpeg" Id="R8ca469a7e0384bad" /><Relationship Type="http://schemas.openxmlformats.org/officeDocument/2006/relationships/image" Target="/ppt/media/image3.png" Id="R5ebe9d990b3b4d5f" /><Relationship Type="http://schemas.openxmlformats.org/officeDocument/2006/relationships/image" Target="/ppt/media/image9.jpeg" Id="R7ac237bf4e54483a" /><Relationship Type="http://schemas.openxmlformats.org/officeDocument/2006/relationships/notesSlide" Target="/ppt/notesSlides/notesSlide5.xml" Id="R4346c58ed0a8445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ce09c0d9fd414d" /><Relationship Type="http://schemas.openxmlformats.org/officeDocument/2006/relationships/image" Target="/ppt/media/image10.jpeg" Id="R77a6283920b04e7b" /><Relationship Type="http://schemas.openxmlformats.org/officeDocument/2006/relationships/image" Target="/ppt/media/image11.jpeg" Id="R3c553ae064da4eb1" /><Relationship Type="http://schemas.openxmlformats.org/officeDocument/2006/relationships/notesSlide" Target="/ppt/notesSlides/notesSlide6.xml" Id="Rf74ab3dbde164f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0cf06d9073464c" /><Relationship Type="http://schemas.openxmlformats.org/officeDocument/2006/relationships/image" Target="/ppt/media/image12.jpeg" Id="R35840fd75f01483b" /><Relationship Type="http://schemas.openxmlformats.org/officeDocument/2006/relationships/notesSlide" Target="/ppt/notesSlides/notesSlide7.xml" Id="R146c15c816ce419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c6ce49e45c4054" /><Relationship Type="http://schemas.openxmlformats.org/officeDocument/2006/relationships/image" Target="/ppt/media/image13.jpeg" Id="Rcea8d1ad64f849a5" /><Relationship Type="http://schemas.openxmlformats.org/officeDocument/2006/relationships/image" Target="/ppt/media/image14.jpeg" Id="R7006db1f645a43ed" /><Relationship Type="http://schemas.openxmlformats.org/officeDocument/2006/relationships/image" Target="/ppt/media/image15.jpeg" Id="R8d90229dba5b41b1" /><Relationship Type="http://schemas.openxmlformats.org/officeDocument/2006/relationships/image" Target="/ppt/media/image4.png" Id="Re5d0fae43f624cb8" /><Relationship Type="http://schemas.openxmlformats.org/officeDocument/2006/relationships/notesSlide" Target="/ppt/notesSlides/notesSlide8.xml" Id="R8afd54242c394b1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7d817506f74a59" /><Relationship Type="http://schemas.openxmlformats.org/officeDocument/2006/relationships/image" Target="/ppt/media/image16.jpeg" Id="Re48d787d9d5144a1" /><Relationship Type="http://schemas.openxmlformats.org/officeDocument/2006/relationships/image" Target="/ppt/media/image17.jpeg" Id="Rb029d29163514305" /><Relationship Type="http://schemas.openxmlformats.org/officeDocument/2006/relationships/notesSlide" Target="/ppt/notesSlides/notesSlide9.xml" Id="R45b828d0186848a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10c843f5724c02" /><Relationship Type="http://schemas.openxmlformats.org/officeDocument/2006/relationships/image" Target="/ppt/media/image18.jpeg" Id="R2562eb3dcf0f4a38" /><Relationship Type="http://schemas.openxmlformats.org/officeDocument/2006/relationships/notesSlide" Target="/ppt/notesSlides/notesSlide10.xml" Id="R5eef15bc2102419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72397120a943a4" /><Relationship Type="http://schemas.openxmlformats.org/officeDocument/2006/relationships/image" Target="/ppt/media/image19.jpeg" Id="R1c7bbc407a884dab" /><Relationship Type="http://schemas.openxmlformats.org/officeDocument/2006/relationships/image" Target="/ppt/media/image20.jpeg" Id="R14379d91f2484f07" /><Relationship Type="http://schemas.openxmlformats.org/officeDocument/2006/relationships/image" Target="/ppt/media/image21.jpeg" Id="R93b68f70c3174776" /><Relationship Type="http://schemas.openxmlformats.org/officeDocument/2006/relationships/image" Target="/ppt/media/image22.jpeg" Id="R639c487ec2e042d2" /><Relationship Type="http://schemas.openxmlformats.org/officeDocument/2006/relationships/notesSlide" Target="/ppt/notesSlides/notesSlide11.xml" Id="R8991595e73744d4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0cfc6e6aff43dd" /><Relationship Type="http://schemas.openxmlformats.org/officeDocument/2006/relationships/image" Target="/ppt/media/image5.png" Id="R204428b5717b454d" /><Relationship Type="http://schemas.openxmlformats.org/officeDocument/2006/relationships/image" Target="/ppt/media/image23.jpeg" Id="R9c84b2c6241248aa" /><Relationship Type="http://schemas.openxmlformats.org/officeDocument/2006/relationships/notesSlide" Target="/ppt/notesSlides/notesSlide12.xml" Id="R6a720b2187ab4fb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78b08b7ea94f65" /><Relationship Type="http://schemas.openxmlformats.org/officeDocument/2006/relationships/image" Target="/ppt/media/image24.jpeg" Id="R043bdbc31941425c" /><Relationship Type="http://schemas.openxmlformats.org/officeDocument/2006/relationships/notesSlide" Target="/ppt/notesSlides/notesSlide13.xml" Id="Rbadac39bf81b454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09a03805fa40c8" /><Relationship Type="http://schemas.openxmlformats.org/officeDocument/2006/relationships/image" Target="/ppt/media/image25.jpeg" Id="R65f70a336628402d" /><Relationship Type="http://schemas.openxmlformats.org/officeDocument/2006/relationships/image" Target="/ppt/media/image26.jpeg" Id="R55a34dab96a14f60" /><Relationship Type="http://schemas.openxmlformats.org/officeDocument/2006/relationships/image" Target="/ppt/media/image27.jpeg" Id="Rf0ffee2da7b0420f" /><Relationship Type="http://schemas.openxmlformats.org/officeDocument/2006/relationships/image" Target="/ppt/media/image28.jpeg" Id="Rc874efba00f343b2" /><Relationship Type="http://schemas.openxmlformats.org/officeDocument/2006/relationships/notesSlide" Target="/ppt/notesSlides/notesSlide14.xml" Id="R5cd8b1a30111489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bc9f9ae6cf40f2" /><Relationship Type="http://schemas.openxmlformats.org/officeDocument/2006/relationships/image" Target="/ppt/media/image29.jpeg" Id="R63b3fdc403e44853" /><Relationship Type="http://schemas.openxmlformats.org/officeDocument/2006/relationships/image" Target="/ppt/media/image6.png" Id="R71c07d2af53d485f" /><Relationship Type="http://schemas.openxmlformats.org/officeDocument/2006/relationships/notesSlide" Target="/ppt/notesSlides/notesSlide15.xml" Id="Ra30492f9aa82432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623cf20e70434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79910B-629E-4F2A-A61A-662608516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3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Хекслет Колледж">
            <a:extLst xmlns:a="http://schemas.openxmlformats.org/drawingml/2006/main">
              <a:ext uri="{FF2B5EF4-FFF2-40B4-BE49-F238E27FC236}">
                <a16:creationId xmlns:a16="http://schemas.microsoft.com/office/drawing/2014/main" id="{8D743CFC-CA3D-4B31-B82B-1C601142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048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Хекслет Колледж</a:t>
            </a:r>
          </a:p>
        </p:txBody>
      </p:sp>
      <p:sp>
        <p:nvSpPr>
          <p:cNvPr id="4" name="ПМ1 · Сканирование и обработка…">
            <a:extLst xmlns:a="http://schemas.openxmlformats.org/drawingml/2006/main">
              <a:ext uri="{FF2B5EF4-FFF2-40B4-BE49-F238E27FC236}">
                <a16:creationId xmlns:a16="http://schemas.microsoft.com/office/drawing/2014/main" id="{5382DB26-493D-461E-A9EE-05728F6E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86677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ПМ1 · Сканирование и обработка</a:t>
            </a:r>
          </a:p>
          <a:p xmlns:a="http://schemas.openxmlformats.org/drawingml/2006/main">
            <a:pPr algn="l">
              <a:defRPr sz="60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графической информации</a:t>
            </a:r>
          </a:p>
        </p:txBody>
      </p:sp>
      <p:sp>
        <p:nvSpPr>
          <p:cNvPr id="5" name="Занятие 33">
            <a:extLst xmlns:a="http://schemas.openxmlformats.org/drawingml/2006/main">
              <a:ext uri="{FF2B5EF4-FFF2-40B4-BE49-F238E27FC236}">
                <a16:creationId xmlns:a16="http://schemas.microsoft.com/office/drawing/2014/main" id="{46DAB10B-09CD-4B60-8625-6E9D8E9E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362075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Занятие 33</a:t>
            </a:r>
          </a:p>
        </p:txBody>
      </p:sp>
      <p:sp>
        <p:nvSpPr>
          <p:cNvPr id="6" name="Photoshop единый цвет серии из…">
            <a:extLst xmlns:a="http://schemas.openxmlformats.org/drawingml/2006/main">
              <a:ext uri="{FF2B5EF4-FFF2-40B4-BE49-F238E27FC236}">
                <a16:creationId xmlns:a16="http://schemas.microsoft.com/office/drawing/2014/main" id="{D8679E27-2C0F-404B-9607-8E60D331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038350"/>
            <a:ext cx="31432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Photoshop единый цвет серии из трёх изображений</a:t>
            </a:r>
          </a:p>
        </p:txBody>
      </p:sp>
      <p:sp>
        <p:nvSpPr>
          <p:cNvPr id="7" name="От инструмента к обоснованному…">
            <a:extLst xmlns:a="http://schemas.openxmlformats.org/drawingml/2006/main">
              <a:ext uri="{FF2B5EF4-FFF2-40B4-BE49-F238E27FC236}">
                <a16:creationId xmlns:a16="http://schemas.microsoft.com/office/drawing/2014/main" id="{2A669072-204E-44F9-ABDA-7A026C03B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848100"/>
            <a:ext cx="300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От инструмента к обоснованному</a:t>
            </a:r>
          </a:p>
          <a:p xmlns:a="http://schemas.openxmlformats.org/drawingml/2006/main">
            <a:pPr algn="l">
              <a:defRPr sz="8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визуальному решению</a:t>
            </a:r>
          </a:p>
        </p:txBody>
      </p:sp>
      <p:sp>
        <p:nvSpPr>
          <p:cNvPr id="8" name="люди · идеи · инструменты ·…">
            <a:extLst xmlns:a="http://schemas.openxmlformats.org/drawingml/2006/main">
              <a:ext uri="{FF2B5EF4-FFF2-40B4-BE49-F238E27FC236}">
                <a16:creationId xmlns:a16="http://schemas.microsoft.com/office/drawing/2014/main" id="{8D665F26-BACF-476F-A9C7-9090971E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633412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E858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E8587"/>
                </a:solidFill>
                <a:latin typeface="Arial"/>
                <a:ea typeface="Arial"/>
                <a:cs typeface="Arial"/>
              </a:rPr>
              <a:t>люди · идеи · инструменты · изображения · проекты</a:t>
            </a:r>
          </a:p>
        </p:txBody>
      </p:sp>
    </p:spTree>
    <p:extLst>
      <p:ext uri="{BB962C8B-B14F-4D97-AF65-F5344CB8AC3E}">
        <p14:creationId xmlns:p14="http://schemas.microsoft.com/office/powerpoint/2010/main" val="3322267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Тема">
            <a:extLst xmlns:a="http://schemas.openxmlformats.org/drawingml/2006/main">
              <a:ext uri="{FF2B5EF4-FFF2-40B4-BE49-F238E27FC236}">
                <a16:creationId xmlns:a16="http://schemas.microsoft.com/office/drawing/2014/main" id="{767D0660-9FD4-402A-9C7E-D08433EAC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Photoshop единый цвет серии из трёх изображений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6001DD3B-257D-4C68-89C2-C91315FE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88CE4BBA-B596-40CD-A4A3-306FD539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Зачем это занятие</a:t>
            </a:r>
          </a:p>
        </p:txBody>
      </p:sp>
      <p:sp>
        <p:nvSpPr>
          <p:cNvPr id="4" name="Photoshop: единый цвет серии из…">
            <a:extLst xmlns:a="http://schemas.openxmlformats.org/drawingml/2006/main">
              <a:ext uri="{FF2B5EF4-FFF2-40B4-BE49-F238E27FC236}">
                <a16:creationId xmlns:a16="http://schemas.microsoft.com/office/drawing/2014/main" id="{59ACB31A-8468-4A24-8D71-449E7882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Photoshop: единый цвет серии из трёх изображений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3E1412-8D1B-4DF4-8240-93B0544A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BECC87-B6B7-4317-8D88-454E6A72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4F6F4055-8527-4A6E-A686-4FBD48F5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П033 · Согласовать три изображения по свету, контрасту и цветовой температуре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91DA1B9B-4FF0-4F2E-90F7-D6C5AE9A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feed5696c746ab"/>
          <a:srcRect xmlns:a="http://schemas.openxmlformats.org/drawingml/2006/main" l="8940" t="0" r="89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0" name="Photoshop: единый цвет серии из…">
            <a:extLst xmlns:a="http://schemas.openxmlformats.org/drawingml/2006/main">
              <a:ext uri="{FF2B5EF4-FFF2-40B4-BE49-F238E27FC236}">
                <a16:creationId xmlns:a16="http://schemas.microsoft.com/office/drawing/2014/main" id="{A6260F5F-D6F2-408D-B084-74EF0A093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Photoshop: единый цвет серии из трёх изображений</a:t>
            </a:r>
          </a:p>
        </p:txBody>
      </p:sp>
      <p:sp>
        <p:nvSpPr>
          <p:cNvPr id="11" name="Признак 1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6EE86C82-6C61-40AE-B457-6F51EAE4F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1: что можно увидеть и проверить.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c5243f65944864"/>
          <a:srcRect xmlns:a="http://schemas.openxmlformats.org/drawingml/2006/main" l="8897" t="0" r="889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432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3" name="Согласовать три изображения по…">
            <a:extLst xmlns:a="http://schemas.openxmlformats.org/drawingml/2006/main">
              <a:ext uri="{FF2B5EF4-FFF2-40B4-BE49-F238E27FC236}">
                <a16:creationId xmlns:a16="http://schemas.microsoft.com/office/drawing/2014/main" id="{11D24E51-224C-440D-98BD-D31EA3B7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Согласовать три изображения по свету, контрасту и цветовой температуре</a:t>
            </a:r>
          </a:p>
        </p:txBody>
      </p:sp>
      <p:sp>
        <p:nvSpPr>
          <p:cNvPr id="14" name="Признак 2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6C4ED608-9768-4904-8AE1-6B453CAAC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2: что можно увидеть и проверить.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6b2db49ddc49c7"/>
          <a:srcRect xmlns:a="http://schemas.openxmlformats.org/drawingml/2006/main" l="0" t="3437" r="0" b="34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674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6" name="объяснение и разбор примера">
            <a:extLst xmlns:a="http://schemas.openxmlformats.org/drawingml/2006/main">
              <a:ext uri="{FF2B5EF4-FFF2-40B4-BE49-F238E27FC236}">
                <a16:creationId xmlns:a16="http://schemas.microsoft.com/office/drawing/2014/main" id="{D1505DEC-3F9E-4FDE-ABB3-8736BDEBE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объяснение и разбор примера</a:t>
            </a:r>
          </a:p>
        </p:txBody>
      </p:sp>
      <p:sp>
        <p:nvSpPr>
          <p:cNvPr id="17" name="Признак 3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C0A632D7-B756-4AE2-B9EF-E62E96E2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3: что можно увидеть и проверить.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392000cca34c88"/>
          <a:srcRect xmlns:a="http://schemas.openxmlformats.org/drawingml/2006/main" l="0" t="418" r="0" b="4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915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9" name="15 мин">
            <a:extLst xmlns:a="http://schemas.openxmlformats.org/drawingml/2006/main">
              <a:ext uri="{FF2B5EF4-FFF2-40B4-BE49-F238E27FC236}">
                <a16:creationId xmlns:a16="http://schemas.microsoft.com/office/drawing/2014/main" id="{8ECFC348-631A-4E40-9CC6-FCEDD0FF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15 мин</a:t>
            </a:r>
          </a:p>
        </p:txBody>
      </p:sp>
      <p:sp>
        <p:nvSpPr>
          <p:cNvPr id="20" name="Признак 4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D352C06D-91B0-4A6E-9018-FB097484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4: что можно увидеть и проверить.</a:t>
            </a:r>
          </a:p>
        </p:txBody>
      </p:sp>
    </p:spTree>
    <p:extLst>
      <p:ext uri="{BB962C8B-B14F-4D97-AF65-F5344CB8AC3E}">
        <p14:creationId xmlns:p14="http://schemas.microsoft.com/office/powerpoint/2010/main" val="13655880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Тема">
            <a:extLst xmlns:a="http://schemas.openxmlformats.org/drawingml/2006/main">
              <a:ext uri="{FF2B5EF4-FFF2-40B4-BE49-F238E27FC236}">
                <a16:creationId xmlns:a16="http://schemas.microsoft.com/office/drawing/2014/main" id="{67B866E6-927F-4DAD-9C88-D1A78037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Photoshop единый цвет серии из трёх изображений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7FE0EE15-9DCC-4A06-ACD3-22FAAC29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CF8DD901-CF1F-48EC-867C-F593FD7E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Проблема, которую решает занятие</a:t>
            </a:r>
          </a:p>
        </p:txBody>
      </p:sp>
      <p:sp>
        <p:nvSpPr>
          <p:cNvPr id="4" name="Photoshop: единый цвет серии из…">
            <a:extLst xmlns:a="http://schemas.openxmlformats.org/drawingml/2006/main">
              <a:ext uri="{FF2B5EF4-FFF2-40B4-BE49-F238E27FC236}">
                <a16:creationId xmlns:a16="http://schemas.microsoft.com/office/drawing/2014/main" id="{38971A39-A533-46C8-B92B-2E5F0282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Photoshop: единый цвет серии из трёх изображений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B42B23-9362-4F80-95E3-F06DE48D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918F7E-11B4-410F-8505-6499B866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6580E3F6-C75A-4B14-B4EE-045B407F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П033 · задача задаёт критерий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598337F4-42D0-4456-BE5F-E1EDD878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9d6379e8e74b0c"/>
          <a:srcRect xmlns:a="http://schemas.openxmlformats.org/drawingml/2006/main" l="0" t="19542" r="0" b="195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0" name="Photoshop: единый цвет серии из…">
            <a:extLst xmlns:a="http://schemas.openxmlformats.org/drawingml/2006/main">
              <a:ext uri="{FF2B5EF4-FFF2-40B4-BE49-F238E27FC236}">
                <a16:creationId xmlns:a16="http://schemas.microsoft.com/office/drawing/2014/main" id="{3B2B42DC-1228-4E48-A601-4B744F58B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Photoshop: единый цвет серии из трёх изображений</a:t>
            </a:r>
          </a:p>
        </p:txBody>
      </p:sp>
      <p:sp>
        <p:nvSpPr>
          <p:cNvPr id="11" name="Вариант А: называем условие и…">
            <a:extLst xmlns:a="http://schemas.openxmlformats.org/drawingml/2006/main">
              <a:ext uri="{FF2B5EF4-FFF2-40B4-BE49-F238E27FC236}">
                <a16:creationId xmlns:a16="http://schemas.microsoft.com/office/drawing/2014/main" id="{77C4D435-2522-4A94-BA1D-C80FB6DB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А: называем условие и наблюдение.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303f27c71e4ae3"/>
          <a:srcRect xmlns:a="http://schemas.openxmlformats.org/drawingml/2006/main" l="0" t="23408" r="0" b="234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3" name="ПРОБЛЕМА">
            <a:extLst xmlns:a="http://schemas.openxmlformats.org/drawingml/2006/main">
              <a:ext uri="{FF2B5EF4-FFF2-40B4-BE49-F238E27FC236}">
                <a16:creationId xmlns:a16="http://schemas.microsoft.com/office/drawing/2014/main" id="{A4EE6D4B-034C-4A6E-853A-BEC836AB7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ПРОБЛЕМА</a:t>
            </a:r>
          </a:p>
        </p:txBody>
      </p:sp>
      <p:sp>
        <p:nvSpPr>
          <p:cNvPr id="14" name="Вариант Б: объясняем отличие и…">
            <a:extLst xmlns:a="http://schemas.openxmlformats.org/drawingml/2006/main">
              <a:ext uri="{FF2B5EF4-FFF2-40B4-BE49-F238E27FC236}">
                <a16:creationId xmlns:a16="http://schemas.microsoft.com/office/drawing/2014/main" id="{FD957241-1B90-4FBB-A404-54008047B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Б: объясняем отличие и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19116731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Тема">
            <a:extLst xmlns:a="http://schemas.openxmlformats.org/drawingml/2006/main">
              <a:ext uri="{FF2B5EF4-FFF2-40B4-BE49-F238E27FC236}">
                <a16:creationId xmlns:a16="http://schemas.microsoft.com/office/drawing/2014/main" id="{C2693003-17D6-4195-BA67-6FD3D00F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Photoshop единый цвет серии из трёх изображений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806FE610-6259-4C49-9D9A-0AEDF08E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40D3D42C-FC7C-4054-A88B-BF339BFA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Ключевые понятия</a:t>
            </a:r>
          </a:p>
        </p:txBody>
      </p:sp>
      <p:sp>
        <p:nvSpPr>
          <p:cNvPr id="4" name="Photoshop: единый цвет серии из…">
            <a:extLst xmlns:a="http://schemas.openxmlformats.org/drawingml/2006/main">
              <a:ext uri="{FF2B5EF4-FFF2-40B4-BE49-F238E27FC236}">
                <a16:creationId xmlns:a16="http://schemas.microsoft.com/office/drawing/2014/main" id="{7635A806-4620-41D9-897E-F199AF04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Photoshop: единый цвет серии из трёх изображений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C22746-6193-408B-BE1E-278FC3374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DBF3AF-5309-4B2C-9914-938EF070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3A812A4F-E70F-44E1-8BA2-9E4032345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П033 · понятия связывают действие и результат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263B1983-343A-4846-A114-7C1A758E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62519c2cf54439"/>
          <a:srcRect xmlns:a="http://schemas.openxmlformats.org/drawingml/2006/main" l="4536" t="0" r="453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86000"/>
            <a:ext cx="4762500" cy="3143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74DA9C-E845-4C5E-BFD6-3A0FD1049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860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B71D7E-55A5-4BE0-B49D-B0D2421A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1">
            <a:extLst xmlns:a="http://schemas.openxmlformats.org/drawingml/2006/main">
              <a:ext uri="{FF2B5EF4-FFF2-40B4-BE49-F238E27FC236}">
                <a16:creationId xmlns:a16="http://schemas.microsoft.com/office/drawing/2014/main" id="{A9AE755D-C83D-474C-8EFE-BA126205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Photoshop: единый цвет серии из…">
            <a:extLst xmlns:a="http://schemas.openxmlformats.org/drawingml/2006/main">
              <a:ext uri="{FF2B5EF4-FFF2-40B4-BE49-F238E27FC236}">
                <a16:creationId xmlns:a16="http://schemas.microsoft.com/office/drawing/2014/main" id="{BE86BEDF-5FEB-4670-A7A6-F32F83D57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622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Photoshop: единый цвет серии из трёх изображений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C6149C-03E2-409B-9311-FC78A66C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670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EB009C-0829-4280-A753-F667EC00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2">
            <a:extLst xmlns:a="http://schemas.openxmlformats.org/drawingml/2006/main">
              <a:ext uri="{FF2B5EF4-FFF2-40B4-BE49-F238E27FC236}">
                <a16:creationId xmlns:a16="http://schemas.microsoft.com/office/drawing/2014/main" id="{AE63CD8A-09A6-4218-B7FC-43BF956E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Термины нужны для точного…">
            <a:extLst xmlns:a="http://schemas.openxmlformats.org/drawingml/2006/main">
              <a:ext uri="{FF2B5EF4-FFF2-40B4-BE49-F238E27FC236}">
                <a16:creationId xmlns:a16="http://schemas.microsoft.com/office/drawing/2014/main" id="{5A855267-0EC5-48E0-BBD7-0D277A76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Термины нужны для точного объяснения решения.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999494-F093-452C-8510-061736532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481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BCA23C-B6D6-4B0B-BCEE-0E8B4F51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3">
            <a:extLst xmlns:a="http://schemas.openxmlformats.org/drawingml/2006/main">
              <a:ext uri="{FF2B5EF4-FFF2-40B4-BE49-F238E27FC236}">
                <a16:creationId xmlns:a16="http://schemas.microsoft.com/office/drawing/2014/main" id="{FBDA5E9D-0423-426E-819B-1325832D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Reference">
            <a:extLst xmlns:a="http://schemas.openxmlformats.org/drawingml/2006/main">
              <a:ext uri="{FF2B5EF4-FFF2-40B4-BE49-F238E27FC236}">
                <a16:creationId xmlns:a16="http://schemas.microsoft.com/office/drawing/2014/main" id="{E50B3DF0-96B9-4507-8D2B-FD85CAE5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243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Reference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1ADA46-E446-42D9-B24E-17931233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291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472872-6664-46B6-B8AE-65F1B813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4">
            <a:extLst xmlns:a="http://schemas.openxmlformats.org/drawingml/2006/main">
              <a:ext uri="{FF2B5EF4-FFF2-40B4-BE49-F238E27FC236}">
                <a16:creationId xmlns:a16="http://schemas.microsoft.com/office/drawing/2014/main" id="{6E46EBD0-E099-441C-AD5A-DA3ED328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кадр-ориентир">
            <a:extLst xmlns:a="http://schemas.openxmlformats.org/drawingml/2006/main">
              <a:ext uri="{FF2B5EF4-FFF2-40B4-BE49-F238E27FC236}">
                <a16:creationId xmlns:a16="http://schemas.microsoft.com/office/drawing/2014/main" id="{7871E5C8-84CB-4B36-B411-F21725E4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053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кадр-ориентир</a:t>
            </a:r>
          </a:p>
        </p:txBody>
      </p:sp>
    </p:spTree>
    <p:extLst>
      <p:ext uri="{BB962C8B-B14F-4D97-AF65-F5344CB8AC3E}">
        <p14:creationId xmlns:p14="http://schemas.microsoft.com/office/powerpoint/2010/main" val="3045161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Тема">
            <a:extLst xmlns:a="http://schemas.openxmlformats.org/drawingml/2006/main">
              <a:ext uri="{FF2B5EF4-FFF2-40B4-BE49-F238E27FC236}">
                <a16:creationId xmlns:a16="http://schemas.microsoft.com/office/drawing/2014/main" id="{A874E0CF-DDC5-4266-BFD6-6D5666AB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Photoshop единый цвет серии из трёх изображений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B3387DC5-E365-4B8A-B066-FFE6B46AA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74FF4A53-B5D6-4447-8FA1-32F65D5D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Показ преподавателя: действие → объяснение → повтор</a:t>
            </a:r>
          </a:p>
        </p:txBody>
      </p:sp>
      <p:sp>
        <p:nvSpPr>
          <p:cNvPr id="4" name="Photoshop: единый цвет серии из…">
            <a:extLst xmlns:a="http://schemas.openxmlformats.org/drawingml/2006/main">
              <a:ext uri="{FF2B5EF4-FFF2-40B4-BE49-F238E27FC236}">
                <a16:creationId xmlns:a16="http://schemas.microsoft.com/office/drawing/2014/main" id="{794EAA60-23E1-4A2E-B008-2E9EAD70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Photoshop: единый цвет серии из трёх изображений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79441F-A2B0-4D4A-9697-725B28A8D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CBE747-FDA9-44CD-9CDE-48D737FD2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7970CAFC-35F5-41BC-9FAA-7D87DBDC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П033 · один шаг — один проверяемый результат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6A8D3DBB-AB62-48ED-A7A6-B65D758B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75F9B5-BEBD-4D9A-BBC2-0FF1541B1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2476500" cy="314325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8773F8-EFD3-486B-9C14-C6F6C724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419100" cy="41910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1">
            <a:extLst xmlns:a="http://schemas.openxmlformats.org/drawingml/2006/main">
              <a:ext uri="{FF2B5EF4-FFF2-40B4-BE49-F238E27FC236}">
                <a16:creationId xmlns:a16="http://schemas.microsoft.com/office/drawing/2014/main" id="{3F6763C9-2800-42F7-80A9-B80A3416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eaa895bcb74e3b"/>
          <a:srcRect xmlns:a="http://schemas.openxmlformats.org/drawingml/2006/main" l="0" t="5367" r="0" b="53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0575" y="3048000"/>
            <a:ext cx="2133600" cy="1143000"/>
          </a:xfrm>
          <a:prstGeom xmlns:a="http://schemas.openxmlformats.org/drawingml/2006/main" prst="rect">
            <a:avLst/>
          </a:prstGeom>
        </p:spPr>
      </p:pic>
      <p:sp>
        <p:nvSpPr>
          <p:cNvPr id="13" name="Преподаватель показывает действие…">
            <a:extLst xmlns:a="http://schemas.openxmlformats.org/drawingml/2006/main">
              <a:ext uri="{FF2B5EF4-FFF2-40B4-BE49-F238E27FC236}">
                <a16:creationId xmlns:a16="http://schemas.microsoft.com/office/drawing/2014/main" id="{E56DC7F4-BF05-4BF3-A1A5-CE3C4640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30530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Преподаватель показывает действие в рабочем файле.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143C0B-D7DB-4179-892C-BD552340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333625"/>
            <a:ext cx="2476500" cy="314325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A5516C-3014-4D3C-8B3F-94D5CA1BC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76500"/>
            <a:ext cx="419100" cy="41910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2">
            <a:extLst xmlns:a="http://schemas.openxmlformats.org/drawingml/2006/main">
              <a:ext uri="{FF2B5EF4-FFF2-40B4-BE49-F238E27FC236}">
                <a16:creationId xmlns:a16="http://schemas.microsoft.com/office/drawing/2014/main" id="{EC09AF11-3CD0-4241-BA1F-A9659180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765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a469a7e0384bad"/>
          <a:srcRect xmlns:a="http://schemas.openxmlformats.org/drawingml/2006/main" l="0" t="2356" r="0" b="23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14725" y="3048000"/>
            <a:ext cx="2133600" cy="1143000"/>
          </a:xfrm>
          <a:prstGeom xmlns:a="http://schemas.openxmlformats.org/drawingml/2006/main" prst="rect">
            <a:avLst/>
          </a:prstGeom>
        </p:spPr>
      </p:pic>
      <p:sp>
        <p:nvSpPr>
          <p:cNvPr id="18" name="Вслух объясняет выбор инструмента…">
            <a:extLst xmlns:a="http://schemas.openxmlformats.org/drawingml/2006/main">
              <a:ext uri="{FF2B5EF4-FFF2-40B4-BE49-F238E27FC236}">
                <a16:creationId xmlns:a16="http://schemas.microsoft.com/office/drawing/2014/main" id="{2257D6AA-3CF2-4ECA-927C-9EC7DF72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30530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Вслух объясняет выбор инструмента и критерия.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9CE6A9-D9D3-470C-AA2E-58D00EE5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333625"/>
            <a:ext cx="2476500" cy="314325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122C49-9414-43E9-AFE1-A7545464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76500"/>
            <a:ext cx="419100" cy="41910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3">
            <a:extLst xmlns:a="http://schemas.openxmlformats.org/drawingml/2006/main">
              <a:ext uri="{FF2B5EF4-FFF2-40B4-BE49-F238E27FC236}">
                <a16:creationId xmlns:a16="http://schemas.microsoft.com/office/drawing/2014/main" id="{DDC656F9-CE71-4E15-9083-18CB35AB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765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be9d990b3b4d5f"/>
          <a:srcRect xmlns:a="http://schemas.openxmlformats.org/drawingml/2006/main" l="0" t="2406" r="0" b="24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8875" y="3048000"/>
            <a:ext cx="2133600" cy="1143000"/>
          </a:xfrm>
          <a:prstGeom xmlns:a="http://schemas.openxmlformats.org/drawingml/2006/main" prst="rect">
            <a:avLst/>
          </a:prstGeom>
        </p:spPr>
      </p:pic>
      <p:sp>
        <p:nvSpPr>
          <p:cNvPr id="23" name="Студенты повторяют первый шаг.">
            <a:extLst xmlns:a="http://schemas.openxmlformats.org/drawingml/2006/main">
              <a:ext uri="{FF2B5EF4-FFF2-40B4-BE49-F238E27FC236}">
                <a16:creationId xmlns:a16="http://schemas.microsoft.com/office/drawing/2014/main" id="{B67EAE6C-0F56-412D-96AB-D87EC927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30530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Студенты повторяют первый шаг.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EA4AFC-F3D9-4565-A802-98AE559A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333625"/>
            <a:ext cx="2476500" cy="314325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7874B2-6671-4377-841C-1EA191D4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419100" cy="41910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4">
            <a:extLst xmlns:a="http://schemas.openxmlformats.org/drawingml/2006/main">
              <a:ext uri="{FF2B5EF4-FFF2-40B4-BE49-F238E27FC236}">
                <a16:creationId xmlns:a16="http://schemas.microsoft.com/office/drawing/2014/main" id="{4414E00D-12B8-45C0-91D6-1349D56C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c237bf4e54483a"/>
          <a:srcRect xmlns:a="http://schemas.openxmlformats.org/drawingml/2006/main" l="0" t="13565" r="0" b="135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63025" y="3048000"/>
            <a:ext cx="2133600" cy="1143000"/>
          </a:xfrm>
          <a:prstGeom xmlns:a="http://schemas.openxmlformats.org/drawingml/2006/main" prst="rect">
            <a:avLst/>
          </a:prstGeom>
        </p:spPr>
      </p:pic>
      <p:sp>
        <p:nvSpPr>
          <p:cNvPr id="28" name="Самостоятельно усложняют…">
            <a:extLst xmlns:a="http://schemas.openxmlformats.org/drawingml/2006/main">
              <a:ext uri="{FF2B5EF4-FFF2-40B4-BE49-F238E27FC236}">
                <a16:creationId xmlns:a16="http://schemas.microsoft.com/office/drawing/2014/main" id="{63C0A408-0FE5-45B1-9ABC-D1E0BE50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30530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Самостоятельно усложняют результат и проверяют его.</a:t>
            </a:r>
          </a:p>
        </p:txBody>
      </p:sp>
    </p:spTree>
    <p:extLst>
      <p:ext uri="{BB962C8B-B14F-4D97-AF65-F5344CB8AC3E}">
        <p14:creationId xmlns:p14="http://schemas.microsoft.com/office/powerpoint/2010/main" val="472094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Тема">
            <a:extLst xmlns:a="http://schemas.openxmlformats.org/drawingml/2006/main">
              <a:ext uri="{FF2B5EF4-FFF2-40B4-BE49-F238E27FC236}">
                <a16:creationId xmlns:a16="http://schemas.microsoft.com/office/drawing/2014/main" id="{21E90142-1794-4998-A094-41AEDC8A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Photoshop единый цвет серии из трёх изображений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58EAFE51-6D66-4411-9851-D779C021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64DB52C9-8791-4680-9F57-B19351895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Показ преподавателя: действие и объяснение</a:t>
            </a:r>
          </a:p>
        </p:txBody>
      </p:sp>
      <p:sp>
        <p:nvSpPr>
          <p:cNvPr id="4" name="Photoshop: единый цвет серии из…">
            <a:extLst xmlns:a="http://schemas.openxmlformats.org/drawingml/2006/main">
              <a:ext uri="{FF2B5EF4-FFF2-40B4-BE49-F238E27FC236}">
                <a16:creationId xmlns:a16="http://schemas.microsoft.com/office/drawing/2014/main" id="{61053F1B-9A7C-4DEE-B8DC-0C3B21A4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Photoshop: единый цвет серии из трёх изображений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4E8FFF-3200-47E8-82D2-08DA76B7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BB9A9B-7F4C-4522-B177-AE015754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0F7F60F6-BCDA-4FDF-84F0-3760A6EE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П033 · преподаватель показывает, объясняет и передаёт первый шаг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D61A960F-2C0A-4754-ACCE-5505E3BB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a6283920b04e7b"/>
          <a:srcRect xmlns:a="http://schemas.openxmlformats.org/drawingml/2006/main" l="0" t="19542" r="0" b="195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0" name="Photoshop: единый цвет серии из…">
            <a:extLst xmlns:a="http://schemas.openxmlformats.org/drawingml/2006/main">
              <a:ext uri="{FF2B5EF4-FFF2-40B4-BE49-F238E27FC236}">
                <a16:creationId xmlns:a16="http://schemas.microsoft.com/office/drawing/2014/main" id="{C29024A4-A661-4D67-9B23-53E6C340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Photoshop: единый цвет серии из трёх изображений</a:t>
            </a:r>
          </a:p>
        </p:txBody>
      </p:sp>
      <p:sp>
        <p:nvSpPr>
          <p:cNvPr id="11" name="Вариант А: называем условие и…">
            <a:extLst xmlns:a="http://schemas.openxmlformats.org/drawingml/2006/main">
              <a:ext uri="{FF2B5EF4-FFF2-40B4-BE49-F238E27FC236}">
                <a16:creationId xmlns:a16="http://schemas.microsoft.com/office/drawing/2014/main" id="{877D043E-F193-4A37-ABD9-4B59B93A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А: называем условие и наблюдение.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553ae064da4eb1"/>
          <a:srcRect xmlns:a="http://schemas.openxmlformats.org/drawingml/2006/main" l="0" t="19542" r="0" b="195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3" name="Преподаватель выполняет короткую…">
            <a:extLst xmlns:a="http://schemas.openxmlformats.org/drawingml/2006/main">
              <a:ext uri="{FF2B5EF4-FFF2-40B4-BE49-F238E27FC236}">
                <a16:creationId xmlns:a16="http://schemas.microsoft.com/office/drawing/2014/main" id="{88EB87D7-B6AA-4AB7-B8BF-DC6EF473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Преподаватель выполняет короткую последовательность, вслух объясняет выбор, затем передаёт студентам первый шаг.</a:t>
            </a:r>
          </a:p>
        </p:txBody>
      </p:sp>
      <p:sp>
        <p:nvSpPr>
          <p:cNvPr id="14" name="Вариант Б: объясняем отличие и…">
            <a:extLst xmlns:a="http://schemas.openxmlformats.org/drawingml/2006/main">
              <a:ext uri="{FF2B5EF4-FFF2-40B4-BE49-F238E27FC236}">
                <a16:creationId xmlns:a16="http://schemas.microsoft.com/office/drawing/2014/main" id="{E2873B83-F636-4F82-A6A8-E9C948F3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Б: объясняем отличие и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19503518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Тема">
            <a:extLst xmlns:a="http://schemas.openxmlformats.org/drawingml/2006/main">
              <a:ext uri="{FF2B5EF4-FFF2-40B4-BE49-F238E27FC236}">
                <a16:creationId xmlns:a16="http://schemas.microsoft.com/office/drawing/2014/main" id="{CD72B3BD-E536-44EA-9B29-B42A7CCB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Photoshop единый цвет серии из трёх изображений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7269D95A-50CB-4C60-8292-3EA6B764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3C02BFEE-C0A8-489B-BD0B-8CB4581B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Зачем нужен этот приём</a:t>
            </a:r>
          </a:p>
        </p:txBody>
      </p:sp>
      <p:sp>
        <p:nvSpPr>
          <p:cNvPr id="4" name="Photoshop: единый цвет серии из…">
            <a:extLst xmlns:a="http://schemas.openxmlformats.org/drawingml/2006/main">
              <a:ext uri="{FF2B5EF4-FFF2-40B4-BE49-F238E27FC236}">
                <a16:creationId xmlns:a16="http://schemas.microsoft.com/office/drawing/2014/main" id="{7F9A87D8-965A-4053-AE2C-4AD3AFC2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Photoshop: единый цвет серии из трёх изображений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87E564-B449-46B0-89C5-1B64A231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7B76FF-7234-4A0F-A248-B70BE412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2DCBF812-E4EB-4B70-BD35-CD2CF950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П033 · решение связано с назначением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0C727444-C770-48AF-AEE7-72CFB80E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840fd75f01483b"/>
          <a:srcRect xmlns:a="http://schemas.openxmlformats.org/drawingml/2006/main" l="0" t="8268" r="0" b="82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86000"/>
            <a:ext cx="4762500" cy="3143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F46034-50B3-471B-AC83-24967521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860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16C25D-CF1C-4E6C-BA4A-CA2E6EB03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1">
            <a:extLst xmlns:a="http://schemas.openxmlformats.org/drawingml/2006/main">
              <a:ext uri="{FF2B5EF4-FFF2-40B4-BE49-F238E27FC236}">
                <a16:creationId xmlns:a16="http://schemas.microsoft.com/office/drawing/2014/main" id="{ACE3E1A2-BD20-4859-B6E0-1EBC0B722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Photoshop: единый цвет серии из…">
            <a:extLst xmlns:a="http://schemas.openxmlformats.org/drawingml/2006/main">
              <a:ext uri="{FF2B5EF4-FFF2-40B4-BE49-F238E27FC236}">
                <a16:creationId xmlns:a16="http://schemas.microsoft.com/office/drawing/2014/main" id="{E2BE6AAF-1E96-4DBE-B25C-6171A38FB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622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Photoshop: единый цвет серии из трёх изображений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9BBFF0-5835-4122-BB1E-779F3D8B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670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683EFC-FE8F-4665-BA7D-A5C422251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2">
            <a:extLst xmlns:a="http://schemas.openxmlformats.org/drawingml/2006/main">
              <a:ext uri="{FF2B5EF4-FFF2-40B4-BE49-F238E27FC236}">
                <a16:creationId xmlns:a16="http://schemas.microsoft.com/office/drawing/2014/main" id="{918EAE43-21F4-49BD-B8EA-0B1DCA37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ЗАЧЕМ?">
            <a:extLst xmlns:a="http://schemas.openxmlformats.org/drawingml/2006/main">
              <a:ext uri="{FF2B5EF4-FFF2-40B4-BE49-F238E27FC236}">
                <a16:creationId xmlns:a16="http://schemas.microsoft.com/office/drawing/2014/main" id="{234B5C72-8DD1-4B89-B114-6562D8262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ЗАЧЕМ?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CE80DC-C281-491C-9E25-5A543B3F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481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C0C3A4-68CA-42E8-B648-0C7973F5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3">
            <a:extLst xmlns:a="http://schemas.openxmlformats.org/drawingml/2006/main">
              <a:ext uri="{FF2B5EF4-FFF2-40B4-BE49-F238E27FC236}">
                <a16:creationId xmlns:a16="http://schemas.microsoft.com/office/drawing/2014/main" id="{4E503308-AC1A-43CC-8042-69D2D0D95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ПОЧЕМУ?">
            <a:extLst xmlns:a="http://schemas.openxmlformats.org/drawingml/2006/main">
              <a:ext uri="{FF2B5EF4-FFF2-40B4-BE49-F238E27FC236}">
                <a16:creationId xmlns:a16="http://schemas.microsoft.com/office/drawing/2014/main" id="{943841E1-693E-4667-B445-2CAC9716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243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ПОЧЕМУ?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C2321F-AE49-4AEA-9CDB-CD8E4BF65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291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649D4D-CEC8-409E-94D3-88A7AE0A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4">
            <a:extLst xmlns:a="http://schemas.openxmlformats.org/drawingml/2006/main">
              <a:ext uri="{FF2B5EF4-FFF2-40B4-BE49-F238E27FC236}">
                <a16:creationId xmlns:a16="http://schemas.microsoft.com/office/drawing/2014/main" id="{97BFEC38-E9BE-490C-AECF-DD2A3DCBD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Чтобы серия читалась как единое…">
            <a:extLst xmlns:a="http://schemas.openxmlformats.org/drawingml/2006/main">
              <a:ext uri="{FF2B5EF4-FFF2-40B4-BE49-F238E27FC236}">
                <a16:creationId xmlns:a16="http://schemas.microsoft.com/office/drawing/2014/main" id="{C0ABD4A2-0BB9-44A1-9F5E-6E4EE4E5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053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Чтобы серия читалась как единое высказывание.</a:t>
            </a:r>
          </a:p>
        </p:txBody>
      </p:sp>
    </p:spTree>
    <p:extLst>
      <p:ext uri="{BB962C8B-B14F-4D97-AF65-F5344CB8AC3E}">
        <p14:creationId xmlns:p14="http://schemas.microsoft.com/office/powerpoint/2010/main" val="2824519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Тема">
            <a:extLst xmlns:a="http://schemas.openxmlformats.org/drawingml/2006/main">
              <a:ext uri="{FF2B5EF4-FFF2-40B4-BE49-F238E27FC236}">
                <a16:creationId xmlns:a16="http://schemas.microsoft.com/office/drawing/2014/main" id="{888C4EB8-A1B2-4CEC-956C-45FBB2F0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Photoshop единый цвет серии из трёх изображений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E6F7F7B9-71BE-4773-830C-4427C8798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4475D3C7-85B1-42F5-8406-1C77DB44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Пары: сравнение по одному критерию</a:t>
            </a:r>
          </a:p>
        </p:txBody>
      </p:sp>
      <p:sp>
        <p:nvSpPr>
          <p:cNvPr id="4" name="Photoshop: единый цвет серии из…">
            <a:extLst xmlns:a="http://schemas.openxmlformats.org/drawingml/2006/main">
              <a:ext uri="{FF2B5EF4-FFF2-40B4-BE49-F238E27FC236}">
                <a16:creationId xmlns:a16="http://schemas.microsoft.com/office/drawing/2014/main" id="{BF1B0327-B56B-433B-AFD3-596FB4074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Photoshop: единый цвет серии из трёх изображений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30168F-8A8D-4B6A-BB11-C140BCA0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76C198-63D7-45D3-88E3-5F9E1ED6B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68FD30BB-7655-4470-849D-44ED40D7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П033 · сравниваем один критерий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31746ADF-8B2E-4357-BF3B-B7E89282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a8d1ad64f849a5"/>
          <a:srcRect xmlns:a="http://schemas.openxmlformats.org/drawingml/2006/main" l="6170" t="0" r="61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0" name="Photoshop: единый цвет серии из…">
            <a:extLst xmlns:a="http://schemas.openxmlformats.org/drawingml/2006/main">
              <a:ext uri="{FF2B5EF4-FFF2-40B4-BE49-F238E27FC236}">
                <a16:creationId xmlns:a16="http://schemas.microsoft.com/office/drawing/2014/main" id="{6D18D5FB-BA86-4B53-ABDA-A0E8C132D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Photoshop: единый цвет серии из трёх изображений</a:t>
            </a:r>
          </a:p>
        </p:txBody>
      </p:sp>
      <p:sp>
        <p:nvSpPr>
          <p:cNvPr id="11" name="Признак 1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71865EE7-79B8-4A5E-8682-5E471429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1: что можно увидеть и проверить.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06db1f645a43ed"/>
          <a:srcRect xmlns:a="http://schemas.openxmlformats.org/drawingml/2006/main" l="6170" t="0" r="61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432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3" name="Сначала называем общий критерий,…">
            <a:extLst xmlns:a="http://schemas.openxmlformats.org/drawingml/2006/main">
              <a:ext uri="{FF2B5EF4-FFF2-40B4-BE49-F238E27FC236}">
                <a16:creationId xmlns:a16="http://schemas.microsoft.com/office/drawing/2014/main" id="{5F986BB1-5EA2-4636-83D2-3F49008D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Сначала называем общий критерий, затем сравниваем решения.</a:t>
            </a:r>
          </a:p>
        </p:txBody>
      </p:sp>
      <p:sp>
        <p:nvSpPr>
          <p:cNvPr id="14" name="Признак 2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EF87B318-D918-4B24-B5DA-B0AC4F53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2: что можно увидеть и проверить.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90229dba5b41b1"/>
          <a:srcRect xmlns:a="http://schemas.openxmlformats.org/drawingml/2006/main" l="8940" t="0" r="89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674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6" name="Один пресет">
            <a:extLst xmlns:a="http://schemas.openxmlformats.org/drawingml/2006/main">
              <a:ext uri="{FF2B5EF4-FFF2-40B4-BE49-F238E27FC236}">
                <a16:creationId xmlns:a16="http://schemas.microsoft.com/office/drawing/2014/main" id="{1876A39E-B951-48CF-A901-FB44CFBF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Один пресет</a:t>
            </a:r>
          </a:p>
        </p:txBody>
      </p:sp>
      <p:sp>
        <p:nvSpPr>
          <p:cNvPr id="17" name="Признак 3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32C3056A-641C-4DD0-BE80-2EEC2BA7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3: что можно увидеть и проверить.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d0fae43f624cb8"/>
          <a:srcRect xmlns:a="http://schemas.openxmlformats.org/drawingml/2006/main" l="8897" t="0" r="889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915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9" name="параметры одинаковы, кадры…">
            <a:extLst xmlns:a="http://schemas.openxmlformats.org/drawingml/2006/main">
              <a:ext uri="{FF2B5EF4-FFF2-40B4-BE49-F238E27FC236}">
                <a16:creationId xmlns:a16="http://schemas.microsoft.com/office/drawing/2014/main" id="{0412F2E5-D499-487C-A0D0-25C77C99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параметры одинаковы, кадры расходятся</a:t>
            </a:r>
          </a:p>
        </p:txBody>
      </p:sp>
      <p:sp>
        <p:nvSpPr>
          <p:cNvPr id="20" name="Признак 4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E531EEFE-20ED-4D96-B852-3924419F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4: что можно увидеть и проверить.</a:t>
            </a:r>
          </a:p>
        </p:txBody>
      </p:sp>
    </p:spTree>
    <p:extLst>
      <p:ext uri="{BB962C8B-B14F-4D97-AF65-F5344CB8AC3E}">
        <p14:creationId xmlns:p14="http://schemas.microsoft.com/office/powerpoint/2010/main" val="4524293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Тема">
            <a:extLst xmlns:a="http://schemas.openxmlformats.org/drawingml/2006/main">
              <a:ext uri="{FF2B5EF4-FFF2-40B4-BE49-F238E27FC236}">
                <a16:creationId xmlns:a16="http://schemas.microsoft.com/office/drawing/2014/main" id="{BD3257C2-99F6-44FF-873D-D8BAEA1E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Photoshop единый цвет серии из трёх изображений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93B591AC-9389-46A9-85A8-C8A674ED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C4D56DA1-391C-48C9-B0D1-EFCC1E7B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Пять вопросов к работе</a:t>
            </a:r>
          </a:p>
        </p:txBody>
      </p:sp>
      <p:sp>
        <p:nvSpPr>
          <p:cNvPr id="4" name="Photoshop: единый цвет серии из…">
            <a:extLst xmlns:a="http://schemas.openxmlformats.org/drawingml/2006/main">
              <a:ext uri="{FF2B5EF4-FFF2-40B4-BE49-F238E27FC236}">
                <a16:creationId xmlns:a16="http://schemas.microsoft.com/office/drawing/2014/main" id="{86E7D10F-AF4F-42D0-A6AD-CCFA6C4A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Photoshop: единый цвет серии из трёх изображений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55DCBB-FEDC-4D59-844C-24CCFE83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A12848-8DE8-4B42-9847-238A3163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8B31E3C7-72CC-4E65-8EDB-570B0C34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П033 · вопросы направляют проверку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B9C4BF78-FEC9-4782-95B8-A77DCE58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8d787d9d5144a1"/>
          <a:srcRect xmlns:a="http://schemas.openxmlformats.org/drawingml/2006/main" l="0" t="21397" r="0" b="213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0" name="Photoshop: единый цвет серии из…">
            <a:extLst xmlns:a="http://schemas.openxmlformats.org/drawingml/2006/main">
              <a:ext uri="{FF2B5EF4-FFF2-40B4-BE49-F238E27FC236}">
                <a16:creationId xmlns:a16="http://schemas.microsoft.com/office/drawing/2014/main" id="{029E6028-4A1A-46B2-9779-02884179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Photoshop: единый цвет серии из трёх изображений</a:t>
            </a:r>
          </a:p>
        </p:txBody>
      </p:sp>
      <p:sp>
        <p:nvSpPr>
          <p:cNvPr id="11" name="Вариант А: называем условие и…">
            <a:extLst xmlns:a="http://schemas.openxmlformats.org/drawingml/2006/main">
              <a:ext uri="{FF2B5EF4-FFF2-40B4-BE49-F238E27FC236}">
                <a16:creationId xmlns:a16="http://schemas.microsoft.com/office/drawing/2014/main" id="{0F88C83D-D01A-4F21-9FB6-0008D8B1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А: называем условие и наблюдение.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29d29163514305"/>
          <a:srcRect xmlns:a="http://schemas.openxmlformats.org/drawingml/2006/main" l="0" t="19542" r="0" b="195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3" name="Какой кадр опорный?">
            <a:extLst xmlns:a="http://schemas.openxmlformats.org/drawingml/2006/main">
              <a:ext uri="{FF2B5EF4-FFF2-40B4-BE49-F238E27FC236}">
                <a16:creationId xmlns:a16="http://schemas.microsoft.com/office/drawing/2014/main" id="{5E654A95-33D4-4616-B40D-2C1A9CA4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Какой кадр опорный?</a:t>
            </a:r>
          </a:p>
        </p:txBody>
      </p:sp>
      <p:sp>
        <p:nvSpPr>
          <p:cNvPr id="14" name="Вариант Б: объясняем отличие и…">
            <a:extLst xmlns:a="http://schemas.openxmlformats.org/drawingml/2006/main">
              <a:ext uri="{FF2B5EF4-FFF2-40B4-BE49-F238E27FC236}">
                <a16:creationId xmlns:a16="http://schemas.microsoft.com/office/drawing/2014/main" id="{51604F05-03F2-401E-8AF6-B635E135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Б: объясняем отличие и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7916629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Тема">
            <a:extLst xmlns:a="http://schemas.openxmlformats.org/drawingml/2006/main">
              <a:ext uri="{FF2B5EF4-FFF2-40B4-BE49-F238E27FC236}">
                <a16:creationId xmlns:a16="http://schemas.microsoft.com/office/drawing/2014/main" id="{06E3D510-0532-4990-91B0-67738776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Photoshop единый цвет серии из трёх изображений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D8BC8A52-1C8F-447F-A88B-1B77EC622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0CA57D31-8C2A-4870-B5F1-00A75E3C0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Разбор ответов студентов</a:t>
            </a:r>
          </a:p>
        </p:txBody>
      </p:sp>
      <p:sp>
        <p:nvSpPr>
          <p:cNvPr id="4" name="Photoshop: единый цвет серии из…">
            <a:extLst xmlns:a="http://schemas.openxmlformats.org/drawingml/2006/main">
              <a:ext uri="{FF2B5EF4-FFF2-40B4-BE49-F238E27FC236}">
                <a16:creationId xmlns:a16="http://schemas.microsoft.com/office/drawing/2014/main" id="{1BEA5A2C-0488-4770-9BF3-C748AAE9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Photoshop: единый цвет серии из трёх изображений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5A5289-871B-4AC7-AD52-8E7D1D6D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48CA3E-CE21-4FD7-A8DE-C752DD34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EC2BC62B-66EA-43DA-9DED-1B154CB23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П033 · переводим впечатление в признак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25351EE6-96A6-4A9C-A380-92F65C21B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62eb3dcf0f4a38"/>
          <a:srcRect xmlns:a="http://schemas.openxmlformats.org/drawingml/2006/main" l="0" t="2201" r="0" b="22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86000"/>
            <a:ext cx="4762500" cy="3143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893C58-B532-4A1E-9393-87121DA0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860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339C07-CDF9-4F99-A47C-993FEF484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1">
            <a:extLst xmlns:a="http://schemas.openxmlformats.org/drawingml/2006/main">
              <a:ext uri="{FF2B5EF4-FFF2-40B4-BE49-F238E27FC236}">
                <a16:creationId xmlns:a16="http://schemas.microsoft.com/office/drawing/2014/main" id="{6DF347DA-4DA7-4BCE-919A-82EA97F5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Photoshop: единый цвет серии из…">
            <a:extLst xmlns:a="http://schemas.openxmlformats.org/drawingml/2006/main">
              <a:ext uri="{FF2B5EF4-FFF2-40B4-BE49-F238E27FC236}">
                <a16:creationId xmlns:a16="http://schemas.microsoft.com/office/drawing/2014/main" id="{67805B95-D9F0-4D29-B89A-AD408E91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622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Photoshop: единый цвет серии из трёх изображений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4840D5-BADC-42F6-A612-83141542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670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814C67-61F7-4957-BB8A-B9F72843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2">
            <a:extLst xmlns:a="http://schemas.openxmlformats.org/drawingml/2006/main">
              <a:ext uri="{FF2B5EF4-FFF2-40B4-BE49-F238E27FC236}">
                <a16:creationId xmlns:a16="http://schemas.microsoft.com/office/drawing/2014/main" id="{3793FA47-F5C4-413B-AC10-1FDDBCE46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Преподаватель переводит…">
            <a:extLst xmlns:a="http://schemas.openxmlformats.org/drawingml/2006/main">
              <a:ext uri="{FF2B5EF4-FFF2-40B4-BE49-F238E27FC236}">
                <a16:creationId xmlns:a16="http://schemas.microsoft.com/office/drawing/2014/main" id="{C318DA9C-BD66-46BE-BB63-3CA5B092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Преподаватель переводит впечатления в проверяемые формулировки.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ABB748-B16C-49B1-A90E-9B08CC4A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481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D69A49-799A-4370-A8A0-6AD0B8F8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3">
            <a:extLst xmlns:a="http://schemas.openxmlformats.org/drawingml/2006/main">
              <a:ext uri="{FF2B5EF4-FFF2-40B4-BE49-F238E27FC236}">
                <a16:creationId xmlns:a16="http://schemas.microsoft.com/office/drawing/2014/main" id="{5B29DCA9-9C8C-4E30-9246-470ABD5D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«Просто выглядит лучше».">
            <a:extLst xmlns:a="http://schemas.openxmlformats.org/drawingml/2006/main">
              <a:ext uri="{FF2B5EF4-FFF2-40B4-BE49-F238E27FC236}">
                <a16:creationId xmlns:a16="http://schemas.microsoft.com/office/drawing/2014/main" id="{A0020718-011E-4EC2-A9BB-8BEEB8DB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243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«Просто выглядит лучше».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E38FA7-5651-4AB7-B0F2-37BB5093E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291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0AE87D-6D34-49F4-BD96-D2A06143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4">
            <a:extLst xmlns:a="http://schemas.openxmlformats.org/drawingml/2006/main">
              <a:ext uri="{FF2B5EF4-FFF2-40B4-BE49-F238E27FC236}">
                <a16:creationId xmlns:a16="http://schemas.microsoft.com/office/drawing/2014/main" id="{A8EE1665-508D-4103-8020-ECA46A82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«Решение помогает конкретной…">
            <a:extLst xmlns:a="http://schemas.openxmlformats.org/drawingml/2006/main">
              <a:ext uri="{FF2B5EF4-FFF2-40B4-BE49-F238E27FC236}">
                <a16:creationId xmlns:a16="http://schemas.microsoft.com/office/drawing/2014/main" id="{F6B4767A-E60C-44E0-840A-3FD4AB731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053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«Решение помогает конкретной задаче».</a:t>
            </a:r>
          </a:p>
        </p:txBody>
      </p:sp>
    </p:spTree>
    <p:extLst>
      <p:ext uri="{BB962C8B-B14F-4D97-AF65-F5344CB8AC3E}">
        <p14:creationId xmlns:p14="http://schemas.microsoft.com/office/powerpoint/2010/main" val="11168501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Тема">
            <a:extLst xmlns:a="http://schemas.openxmlformats.org/drawingml/2006/main">
              <a:ext uri="{FF2B5EF4-FFF2-40B4-BE49-F238E27FC236}">
                <a16:creationId xmlns:a16="http://schemas.microsoft.com/office/drawing/2014/main" id="{BD3BE4DD-7403-45BE-9BBD-6AFCE826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Photoshop единый цвет серии из трёх изображений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0E116604-1336-491F-A6A8-335C0627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8C036AF9-3632-4D11-8BDB-06424AFE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Интерактив: найдите пять признаков</a:t>
            </a:r>
          </a:p>
        </p:txBody>
      </p:sp>
      <p:sp>
        <p:nvSpPr>
          <p:cNvPr id="4" name="Photoshop: единый цвет серии из…">
            <a:extLst xmlns:a="http://schemas.openxmlformats.org/drawingml/2006/main">
              <a:ext uri="{FF2B5EF4-FFF2-40B4-BE49-F238E27FC236}">
                <a16:creationId xmlns:a16="http://schemas.microsoft.com/office/drawing/2014/main" id="{5A21A414-E137-4359-A413-F61648425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Photoshop: единый цвет серии из трёх изображений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3CFF32-17FD-49DD-8A17-32AE0C6C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EF0219-DF15-431C-A625-5B695FCE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E0FC1F65-7183-4279-89B2-A5A190B0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П033 · новый ответ добавляет наблюдение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E678BA37-935D-4ED4-98F4-64F41A69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7bbc407a884dab"/>
          <a:srcRect xmlns:a="http://schemas.openxmlformats.org/drawingml/2006/main" l="0" t="6711" r="0" b="67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0" name="Photoshop: единый цвет серии из…">
            <a:extLst xmlns:a="http://schemas.openxmlformats.org/drawingml/2006/main">
              <a:ext uri="{FF2B5EF4-FFF2-40B4-BE49-F238E27FC236}">
                <a16:creationId xmlns:a16="http://schemas.microsoft.com/office/drawing/2014/main" id="{4FAB260A-10C0-46D3-926F-5AAB70C3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Photoshop: единый цвет серии из трёх изображений</a:t>
            </a:r>
          </a:p>
        </p:txBody>
      </p:sp>
      <p:sp>
        <p:nvSpPr>
          <p:cNvPr id="11" name="Признак 1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76784BB9-FB81-49E2-A94F-923B5EEE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1: что можно увидеть и проверить.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379d91f2484f07"/>
          <a:srcRect xmlns:a="http://schemas.openxmlformats.org/drawingml/2006/main" l="6170" t="0" r="61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432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3" name="Каждый студент называет новое…">
            <a:extLst xmlns:a="http://schemas.openxmlformats.org/drawingml/2006/main">
              <a:ext uri="{FF2B5EF4-FFF2-40B4-BE49-F238E27FC236}">
                <a16:creationId xmlns:a16="http://schemas.microsoft.com/office/drawing/2014/main" id="{CDECE950-FA5C-4CAD-B1B1-7705E91E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Каждый студент называет новое наблюдение и связывает его с задачей.</a:t>
            </a:r>
          </a:p>
        </p:txBody>
      </p:sp>
      <p:sp>
        <p:nvSpPr>
          <p:cNvPr id="14" name="Признак 2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7E058D09-3C19-4CDD-84B4-AF6125C6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2: что можно увидеть и проверить.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b68f70c3174776"/>
          <a:srcRect xmlns:a="http://schemas.openxmlformats.org/drawingml/2006/main" l="6170" t="0" r="61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674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6" name="Какой кадр опорный?">
            <a:extLst xmlns:a="http://schemas.openxmlformats.org/drawingml/2006/main">
              <a:ext uri="{FF2B5EF4-FFF2-40B4-BE49-F238E27FC236}">
                <a16:creationId xmlns:a16="http://schemas.microsoft.com/office/drawing/2014/main" id="{C80D1DBB-02C9-4161-8272-B2AD0E85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Какой кадр опорный?</a:t>
            </a:r>
          </a:p>
        </p:txBody>
      </p:sp>
      <p:sp>
        <p:nvSpPr>
          <p:cNvPr id="17" name="Признак 3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F1B096FE-1D61-4F57-AF26-76F5EAB55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3: что можно увидеть и проверить.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9c487ec2e042d2"/>
          <a:srcRect xmlns:a="http://schemas.openxmlformats.org/drawingml/2006/main" l="8940" t="0" r="89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915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9" name="Где различается свет?">
            <a:extLst xmlns:a="http://schemas.openxmlformats.org/drawingml/2006/main">
              <a:ext uri="{FF2B5EF4-FFF2-40B4-BE49-F238E27FC236}">
                <a16:creationId xmlns:a16="http://schemas.microsoft.com/office/drawing/2014/main" id="{CA650376-FB53-4759-992F-1A4EE9B2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Где различается свет?</a:t>
            </a:r>
          </a:p>
        </p:txBody>
      </p:sp>
      <p:sp>
        <p:nvSpPr>
          <p:cNvPr id="20" name="Признак 4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479D5DD8-E742-45BE-952A-8AC09E3D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4: что можно увидеть и проверить.</a:t>
            </a:r>
          </a:p>
        </p:txBody>
      </p:sp>
    </p:spTree>
    <p:extLst>
      <p:ext uri="{BB962C8B-B14F-4D97-AF65-F5344CB8AC3E}">
        <p14:creationId xmlns:p14="http://schemas.microsoft.com/office/powerpoint/2010/main" val="6786348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Тема">
            <a:extLst xmlns:a="http://schemas.openxmlformats.org/drawingml/2006/main">
              <a:ext uri="{FF2B5EF4-FFF2-40B4-BE49-F238E27FC236}">
                <a16:creationId xmlns:a16="http://schemas.microsoft.com/office/drawing/2014/main" id="{44FE1344-A457-4E57-B419-C4B3871CD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Photoshop единый цвет серии из трёх изображений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AAFE591E-7343-4785-A664-64EC7F53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31E626AE-C49F-42F2-932D-89C9F593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Практика: от повтора к самостоятельному решению</a:t>
            </a:r>
          </a:p>
        </p:txBody>
      </p:sp>
      <p:sp>
        <p:nvSpPr>
          <p:cNvPr id="4" name="Photoshop: единый цвет серии из…">
            <a:extLst xmlns:a="http://schemas.openxmlformats.org/drawingml/2006/main">
              <a:ext uri="{FF2B5EF4-FFF2-40B4-BE49-F238E27FC236}">
                <a16:creationId xmlns:a16="http://schemas.microsoft.com/office/drawing/2014/main" id="{02F7E4ED-A126-4BC8-837D-A3CB72F5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Photoshop: единый цвет серии из трёх изображений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74A7FA-0CFA-423B-97EF-5AABA41B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4263B9-11BE-479B-9034-F7ECF597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0C4BDFAA-7A7C-4436-8FEA-5A86DDBF5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П033 · практика усиливается по шагам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653FFE8F-AE77-4F5C-951D-226368D53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4428b5717b454d"/>
          <a:srcRect xmlns:a="http://schemas.openxmlformats.org/drawingml/2006/main" l="0" t="12637" r="0" b="126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0" name="Photoshop: единый цвет серии из…">
            <a:extLst xmlns:a="http://schemas.openxmlformats.org/drawingml/2006/main">
              <a:ext uri="{FF2B5EF4-FFF2-40B4-BE49-F238E27FC236}">
                <a16:creationId xmlns:a16="http://schemas.microsoft.com/office/drawing/2014/main" id="{9E511B01-6581-46D9-81C3-756B0851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Photoshop: единый цвет серии из трёх изображений</a:t>
            </a:r>
          </a:p>
        </p:txBody>
      </p:sp>
      <p:sp>
        <p:nvSpPr>
          <p:cNvPr id="11" name="Вариант А: называем условие и…">
            <a:extLst xmlns:a="http://schemas.openxmlformats.org/drawingml/2006/main">
              <a:ext uri="{FF2B5EF4-FFF2-40B4-BE49-F238E27FC236}">
                <a16:creationId xmlns:a16="http://schemas.microsoft.com/office/drawing/2014/main" id="{FC2778B5-6694-4C84-A688-133B315B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А: называем условие и наблюдение.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84b2c6241248aa"/>
          <a:srcRect xmlns:a="http://schemas.openxmlformats.org/drawingml/2006/main" l="0" t="21397" r="0" b="213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3" name="После показа преподавателя…">
            <a:extLst xmlns:a="http://schemas.openxmlformats.org/drawingml/2006/main">
              <a:ext uri="{FF2B5EF4-FFF2-40B4-BE49-F238E27FC236}">
                <a16:creationId xmlns:a16="http://schemas.microsoft.com/office/drawing/2014/main" id="{F7168FE5-F30B-449E-9A68-D67A07C5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После показа преподавателя студент повторяет первый шаг и постепенно увеличивает сложность.</a:t>
            </a:r>
          </a:p>
        </p:txBody>
      </p:sp>
      <p:sp>
        <p:nvSpPr>
          <p:cNvPr id="14" name="Вариант Б: объясняем отличие и…">
            <a:extLst xmlns:a="http://schemas.openxmlformats.org/drawingml/2006/main">
              <a:ext uri="{FF2B5EF4-FFF2-40B4-BE49-F238E27FC236}">
                <a16:creationId xmlns:a16="http://schemas.microsoft.com/office/drawing/2014/main" id="{9776DCDC-26F5-4215-8E22-CDF229FB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Б: объясняем отличие и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156321188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Тема">
            <a:extLst xmlns:a="http://schemas.openxmlformats.org/drawingml/2006/main">
              <a:ext uri="{FF2B5EF4-FFF2-40B4-BE49-F238E27FC236}">
                <a16:creationId xmlns:a16="http://schemas.microsoft.com/office/drawing/2014/main" id="{CC84F346-588F-4E89-A8F6-AA4A2DCD6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Photoshop единый цвет серии из трёх изображений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08544E8C-1997-48AB-AB71-F2AA0349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BDF4C818-8F59-4A56-B4CE-BFE7A264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Как звучит сильный вывод</a:t>
            </a:r>
          </a:p>
        </p:txBody>
      </p:sp>
      <p:sp>
        <p:nvSpPr>
          <p:cNvPr id="4" name="Photoshop: единый цвет серии из…">
            <a:extLst xmlns:a="http://schemas.openxmlformats.org/drawingml/2006/main">
              <a:ext uri="{FF2B5EF4-FFF2-40B4-BE49-F238E27FC236}">
                <a16:creationId xmlns:a16="http://schemas.microsoft.com/office/drawing/2014/main" id="{97EEAA28-DB60-4B69-B24F-320B063E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Photoshop: единый цвет серии из трёх изображений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7E29E8-A81A-48F4-BB8F-DE943A84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C81F6A-C768-4B08-93F1-E5DFF7A1A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525CC314-7D50-4D1A-823F-4EA4F957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П033 · вывод связывает действие и результат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4333FC0D-2D8A-451A-8594-72EF7293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3bdbc31941425c"/>
          <a:srcRect xmlns:a="http://schemas.openxmlformats.org/drawingml/2006/main" l="0" t="2201" r="0" b="22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86000"/>
            <a:ext cx="4762500" cy="3143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0AFB89-7E6E-47BB-9867-423E7FF5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860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8AB43D-9958-4D2A-B72A-AFEA9A59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1">
            <a:extLst xmlns:a="http://schemas.openxmlformats.org/drawingml/2006/main">
              <a:ext uri="{FF2B5EF4-FFF2-40B4-BE49-F238E27FC236}">
                <a16:creationId xmlns:a16="http://schemas.microsoft.com/office/drawing/2014/main" id="{1B89B9A7-64EA-45D1-954E-72707715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Photoshop: единый цвет серии из…">
            <a:extLst xmlns:a="http://schemas.openxmlformats.org/drawingml/2006/main">
              <a:ext uri="{FF2B5EF4-FFF2-40B4-BE49-F238E27FC236}">
                <a16:creationId xmlns:a16="http://schemas.microsoft.com/office/drawing/2014/main" id="{2FDA9199-45E7-4613-8AA8-154A584E2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622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Photoshop: единый цвет серии из трёх изображений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250495-9303-4DFA-96F8-0D4CFE86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670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D3B353-05F2-4CB5-8AEF-A3165E5A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2">
            <a:extLst xmlns:a="http://schemas.openxmlformats.org/drawingml/2006/main">
              <a:ext uri="{FF2B5EF4-FFF2-40B4-BE49-F238E27FC236}">
                <a16:creationId xmlns:a16="http://schemas.microsoft.com/office/drawing/2014/main" id="{7B7C746A-A7C5-4007-9548-42151B3F5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Студент связывает условие,…">
            <a:extLst xmlns:a="http://schemas.openxmlformats.org/drawingml/2006/main">
              <a:ext uri="{FF2B5EF4-FFF2-40B4-BE49-F238E27FC236}">
                <a16:creationId xmlns:a16="http://schemas.microsoft.com/office/drawing/2014/main" id="{B01CCC72-0305-4A9F-B2EA-47C43AF5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Студент связывает условие, действие, признак и результат.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19574C-BC41-48BC-8864-855C946A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481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FA2854-94A0-4961-8F1D-2A82DCF1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3">
            <a:extLst xmlns:a="http://schemas.openxmlformats.org/drawingml/2006/main">
              <a:ext uri="{FF2B5EF4-FFF2-40B4-BE49-F238E27FC236}">
                <a16:creationId xmlns:a16="http://schemas.microsoft.com/office/drawing/2014/main" id="{47F70CFD-C2E9-4785-AF5B-F1962DF0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Условие">
            <a:extLst xmlns:a="http://schemas.openxmlformats.org/drawingml/2006/main">
              <a:ext uri="{FF2B5EF4-FFF2-40B4-BE49-F238E27FC236}">
                <a16:creationId xmlns:a16="http://schemas.microsoft.com/office/drawing/2014/main" id="{CAEB375A-99FF-432B-921E-B98D1B83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243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Условие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110F54-502B-4362-97C8-78A53D07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291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D151AF-43F6-4DBA-AB3E-FB470D87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4">
            <a:extLst xmlns:a="http://schemas.openxmlformats.org/drawingml/2006/main">
              <a:ext uri="{FF2B5EF4-FFF2-40B4-BE49-F238E27FC236}">
                <a16:creationId xmlns:a16="http://schemas.microsoft.com/office/drawing/2014/main" id="{E6D9A7A2-CA64-4FCB-B9B8-2C254C71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Действие">
            <a:extLst xmlns:a="http://schemas.openxmlformats.org/drawingml/2006/main">
              <a:ext uri="{FF2B5EF4-FFF2-40B4-BE49-F238E27FC236}">
                <a16:creationId xmlns:a16="http://schemas.microsoft.com/office/drawing/2014/main" id="{D3B82295-C062-491C-9DDB-D9FBAD90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053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Действие</a:t>
            </a:r>
          </a:p>
        </p:txBody>
      </p:sp>
    </p:spTree>
    <p:extLst>
      <p:ext uri="{BB962C8B-B14F-4D97-AF65-F5344CB8AC3E}">
        <p14:creationId xmlns:p14="http://schemas.microsoft.com/office/powerpoint/2010/main" val="10915376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Тема">
            <a:extLst xmlns:a="http://schemas.openxmlformats.org/drawingml/2006/main">
              <a:ext uri="{FF2B5EF4-FFF2-40B4-BE49-F238E27FC236}">
                <a16:creationId xmlns:a16="http://schemas.microsoft.com/office/drawing/2014/main" id="{C3C90CE1-D7B7-45DC-A5F4-147A64CC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Photoshop единый цвет серии из трёх изображений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DAAD4465-1801-424E-A818-1765DC822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B3BB796F-324F-4A11-919A-6B2C73C3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Проверка результата</a:t>
            </a:r>
          </a:p>
        </p:txBody>
      </p:sp>
      <p:sp>
        <p:nvSpPr>
          <p:cNvPr id="4" name="Photoshop: единый цвет серии из…">
            <a:extLst xmlns:a="http://schemas.openxmlformats.org/drawingml/2006/main">
              <a:ext uri="{FF2B5EF4-FFF2-40B4-BE49-F238E27FC236}">
                <a16:creationId xmlns:a16="http://schemas.microsoft.com/office/drawing/2014/main" id="{DE6FE4B7-EF4E-441F-B8F4-2E9E93820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Photoshop: единый цвет серии из трёх изображений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E3E669-B92E-4DE1-90B9-5A7DE155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1967B0-2F77-4963-A8B2-63430EC9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47CA9AD5-0782-49C0-AF66-01AB329B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П033 · чек-лист делает работу воспроизводимой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9E6BFFA5-9DE2-4BAC-ADB1-BE4EBC35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f70a336628402d"/>
          <a:srcRect xmlns:a="http://schemas.openxmlformats.org/drawingml/2006/main" l="0" t="418" r="0" b="4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0" name="Photoshop: единый цвет серии из…">
            <a:extLst xmlns:a="http://schemas.openxmlformats.org/drawingml/2006/main">
              <a:ext uri="{FF2B5EF4-FFF2-40B4-BE49-F238E27FC236}">
                <a16:creationId xmlns:a16="http://schemas.microsoft.com/office/drawing/2014/main" id="{5954776C-6A0C-480F-9C4E-E94EF5087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Photoshop: единый цвет серии из трёх изображений</a:t>
            </a:r>
          </a:p>
        </p:txBody>
      </p:sp>
      <p:sp>
        <p:nvSpPr>
          <p:cNvPr id="11" name="Признак 1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22638C93-B206-4DA5-B1DD-475DFF832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1: что можно увидеть и проверить.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a34dab96a14f60"/>
          <a:srcRect xmlns:a="http://schemas.openxmlformats.org/drawingml/2006/main" l="0" t="6711" r="0" b="67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432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3" name="Reference">
            <a:extLst xmlns:a="http://schemas.openxmlformats.org/drawingml/2006/main">
              <a:ext uri="{FF2B5EF4-FFF2-40B4-BE49-F238E27FC236}">
                <a16:creationId xmlns:a16="http://schemas.microsoft.com/office/drawing/2014/main" id="{CE0F06E2-AC05-41CA-A5A8-600B8CF5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Reference</a:t>
            </a:r>
          </a:p>
        </p:txBody>
      </p:sp>
      <p:sp>
        <p:nvSpPr>
          <p:cNvPr id="14" name="Признак 2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4AD8A0F7-E8B2-467E-B3D5-DD1F5AB8A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2: что можно увидеть и проверить.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ffee2da7b0420f"/>
          <a:srcRect xmlns:a="http://schemas.openxmlformats.org/drawingml/2006/main" l="6170" t="0" r="61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674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6" name="ориентир">
            <a:extLst xmlns:a="http://schemas.openxmlformats.org/drawingml/2006/main">
              <a:ext uri="{FF2B5EF4-FFF2-40B4-BE49-F238E27FC236}">
                <a16:creationId xmlns:a16="http://schemas.microsoft.com/office/drawing/2014/main" id="{3A94795F-48C4-4E23-B20D-811B99BE0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ориентир</a:t>
            </a:r>
          </a:p>
        </p:txBody>
      </p:sp>
      <p:sp>
        <p:nvSpPr>
          <p:cNvPr id="17" name="Признак 3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BCD38722-AA3C-4404-94C5-09CABD5AF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3: что можно увидеть и проверить.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74efba00f343b2"/>
          <a:srcRect xmlns:a="http://schemas.openxmlformats.org/drawingml/2006/main" l="6170" t="0" r="61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915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9" name="Exposure">
            <a:extLst xmlns:a="http://schemas.openxmlformats.org/drawingml/2006/main">
              <a:ext uri="{FF2B5EF4-FFF2-40B4-BE49-F238E27FC236}">
                <a16:creationId xmlns:a16="http://schemas.microsoft.com/office/drawing/2014/main" id="{ECA35FF3-0A87-49D4-9506-42C1FE31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Exposure</a:t>
            </a:r>
          </a:p>
        </p:txBody>
      </p:sp>
      <p:sp>
        <p:nvSpPr>
          <p:cNvPr id="20" name="Признак 4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2EC9C8B0-8E81-4406-B9BC-71FD2062E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4: что можно увидеть и проверить.</a:t>
            </a:r>
          </a:p>
        </p:txBody>
      </p:sp>
    </p:spTree>
    <p:extLst>
      <p:ext uri="{BB962C8B-B14F-4D97-AF65-F5344CB8AC3E}">
        <p14:creationId xmlns:p14="http://schemas.microsoft.com/office/powerpoint/2010/main" val="78276912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Тема">
            <a:extLst xmlns:a="http://schemas.openxmlformats.org/drawingml/2006/main">
              <a:ext uri="{FF2B5EF4-FFF2-40B4-BE49-F238E27FC236}">
                <a16:creationId xmlns:a16="http://schemas.microsoft.com/office/drawing/2014/main" id="{B88FD3FB-A875-4923-B313-79E4AFA6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Photoshop единый цвет серии из трёх изображений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A404B201-DE9D-4E38-AE2C-73C6C92B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419EF863-804A-4149-8AE2-E02A6441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Итоги занятия</a:t>
            </a:r>
          </a:p>
        </p:txBody>
      </p:sp>
      <p:sp>
        <p:nvSpPr>
          <p:cNvPr id="4" name="Photoshop: единый цвет серии из…">
            <a:extLst xmlns:a="http://schemas.openxmlformats.org/drawingml/2006/main">
              <a:ext uri="{FF2B5EF4-FFF2-40B4-BE49-F238E27FC236}">
                <a16:creationId xmlns:a16="http://schemas.microsoft.com/office/drawing/2014/main" id="{87887B76-B62F-479D-8BE5-25170F7D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Photoshop: единый цвет серии из трёх изображений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E266EC-EB67-479D-B55C-36188C9A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BAE72D-B140-4D0E-8195-B631D1AAA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360E255D-C1CF-4A35-B731-D4AB671E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П033 · результат объяснён и проверен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B8305525-B1DD-4DCE-8922-5BEFE13D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b3fdc403e44853"/>
          <a:srcRect xmlns:a="http://schemas.openxmlformats.org/drawingml/2006/main" l="0" t="12597" r="0" b="125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0" name="Photoshop: единый цвет серии из…">
            <a:extLst xmlns:a="http://schemas.openxmlformats.org/drawingml/2006/main">
              <a:ext uri="{FF2B5EF4-FFF2-40B4-BE49-F238E27FC236}">
                <a16:creationId xmlns:a16="http://schemas.microsoft.com/office/drawing/2014/main" id="{EE247616-B176-4FBF-BFBF-16AFEB85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Photoshop: единый цвет серии из трёх изображений</a:t>
            </a:r>
          </a:p>
        </p:txBody>
      </p:sp>
      <p:sp>
        <p:nvSpPr>
          <p:cNvPr id="11" name="Вариант А: называем условие и…">
            <a:extLst xmlns:a="http://schemas.openxmlformats.org/drawingml/2006/main">
              <a:ext uri="{FF2B5EF4-FFF2-40B4-BE49-F238E27FC236}">
                <a16:creationId xmlns:a16="http://schemas.microsoft.com/office/drawing/2014/main" id="{88B44ECB-2A8C-4FB4-8452-EEB6223E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А: называем условие и наблюдение.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c07d2af53d485f"/>
          <a:srcRect xmlns:a="http://schemas.openxmlformats.org/drawingml/2006/main" l="0" t="12637" r="0" b="126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3" name="Согласовать три изображения по…">
            <a:extLst xmlns:a="http://schemas.openxmlformats.org/drawingml/2006/main">
              <a:ext uri="{FF2B5EF4-FFF2-40B4-BE49-F238E27FC236}">
                <a16:creationId xmlns:a16="http://schemas.microsoft.com/office/drawing/2014/main" id="{44DDB544-0EC4-4881-A5C0-4A5D25B3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Согласовать три изображения по свету, контрасту и цветовой температуре.</a:t>
            </a:r>
          </a:p>
        </p:txBody>
      </p:sp>
      <p:sp>
        <p:nvSpPr>
          <p:cNvPr id="14" name="Вариант Б: объясняем отличие и…">
            <a:extLst xmlns:a="http://schemas.openxmlformats.org/drawingml/2006/main">
              <a:ext uri="{FF2B5EF4-FFF2-40B4-BE49-F238E27FC236}">
                <a16:creationId xmlns:a16="http://schemas.microsoft.com/office/drawing/2014/main" id="{0E7D7F49-F847-4181-A2BA-DDC66CD8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Б: объясняем отличие и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11302535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2026-09-13T13:18:38.6140000Z</dcterms:created>
  <dcterms:modified xsi:type="dcterms:W3CDTF">2026-09-13T13:18:38.6140000Z</dcterms:modified>
</coreProperties>
</file>