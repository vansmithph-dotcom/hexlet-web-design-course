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490d72d8d34ee3" /><Relationship Type="http://schemas.openxmlformats.org/officeDocument/2006/relationships/extended-properties" Target="/docProps/app.xml" Id="Rcc439e52362f4a6c" /><Relationship Type="http://schemas.openxmlformats.org/officeDocument/2006/relationships/officeDocument" Target="/ppt/presentation.xml" Id="Rdd4231ce187d4a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58020532814076"/>
  </p:sldMasterIdLst>
  <p:notesMasterIdLst>
    <p:notesMasterId xmlns:r="http://schemas.openxmlformats.org/officeDocument/2006/relationships" r:id="Rfe4172bed4cf4e83"/>
  </p:notesMasterIdLst>
  <p:sldIdLst>
    <p:sldId xmlns:r="http://schemas.openxmlformats.org/officeDocument/2006/relationships" id="256" r:id="R7eeeeae0b8954824"/>
    <p:sldId xmlns:r="http://schemas.openxmlformats.org/officeDocument/2006/relationships" id="257" r:id="Ra9a5beddcef04e86"/>
    <p:sldId xmlns:r="http://schemas.openxmlformats.org/officeDocument/2006/relationships" id="258" r:id="R63b9d0f1200a408b"/>
    <p:sldId xmlns:r="http://schemas.openxmlformats.org/officeDocument/2006/relationships" id="259" r:id="R2bccd15d84424d95"/>
    <p:sldId xmlns:r="http://schemas.openxmlformats.org/officeDocument/2006/relationships" id="260" r:id="R5ba9c92a05df4130"/>
    <p:sldId xmlns:r="http://schemas.openxmlformats.org/officeDocument/2006/relationships" id="261" r:id="R9fccf44114f74017"/>
    <p:sldId xmlns:r="http://schemas.openxmlformats.org/officeDocument/2006/relationships" id="262" r:id="R85a4355f336e41c3"/>
    <p:sldId xmlns:r="http://schemas.openxmlformats.org/officeDocument/2006/relationships" id="263" r:id="R73cc5eb37fcb4685"/>
    <p:sldId xmlns:r="http://schemas.openxmlformats.org/officeDocument/2006/relationships" id="264" r:id="R26c03c587fab45ae"/>
    <p:sldId xmlns:r="http://schemas.openxmlformats.org/officeDocument/2006/relationships" id="265" r:id="Rcaa015d7205648fd"/>
    <p:sldId xmlns:r="http://schemas.openxmlformats.org/officeDocument/2006/relationships" id="266" r:id="R98656a17e6b9421a"/>
    <p:sldId xmlns:r="http://schemas.openxmlformats.org/officeDocument/2006/relationships" id="267" r:id="R328b8b0a0bdd4f1b"/>
    <p:sldId xmlns:r="http://schemas.openxmlformats.org/officeDocument/2006/relationships" id="268" r:id="Re0750b32cec24f08"/>
    <p:sldId xmlns:r="http://schemas.openxmlformats.org/officeDocument/2006/relationships" id="269" r:id="R1a4e70db31e04180"/>
    <p:sldId xmlns:r="http://schemas.openxmlformats.org/officeDocument/2006/relationships" id="270" r:id="R67ecd5b716424fc6"/>
    <p:sldId xmlns:r="http://schemas.openxmlformats.org/officeDocument/2006/relationships" id="271" r:id="Rd0760170ccba40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3c673013674da5" /><Relationship Type="http://schemas.openxmlformats.org/officeDocument/2006/relationships/slideMaster" Target="/ppt/slideMasters/slideMaster1.xml" Id="R8158020532814076" /><Relationship Type="http://schemas.openxmlformats.org/officeDocument/2006/relationships/notesMaster" Target="/ppt/notesMasters/notesMaster1.xml" Id="Rfe4172bed4cf4e83" /><Relationship Type="http://schemas.openxmlformats.org/officeDocument/2006/relationships/presProps" Target="/ppt/presProps.xml" Id="R8c0dc3011cb84354" /><Relationship Type="http://schemas.openxmlformats.org/officeDocument/2006/relationships/tableStyles" Target="/ppt/tableStyles.xml" Id="Rebda1af3f5364ed6" /><Relationship Type="http://schemas.openxmlformats.org/officeDocument/2006/relationships/slide" Target="/ppt/slides/slide1.xml" Id="R7eeeeae0b8954824" /><Relationship Type="http://schemas.openxmlformats.org/officeDocument/2006/relationships/slide" Target="/ppt/slides/slide2.xml" Id="Ra9a5beddcef04e86" /><Relationship Type="http://schemas.openxmlformats.org/officeDocument/2006/relationships/slide" Target="/ppt/slides/slide3.xml" Id="R63b9d0f1200a408b" /><Relationship Type="http://schemas.openxmlformats.org/officeDocument/2006/relationships/slide" Target="/ppt/slides/slide4.xml" Id="R2bccd15d84424d95" /><Relationship Type="http://schemas.openxmlformats.org/officeDocument/2006/relationships/slide" Target="/ppt/slides/slide5.xml" Id="R5ba9c92a05df4130" /><Relationship Type="http://schemas.openxmlformats.org/officeDocument/2006/relationships/slide" Target="/ppt/slides/slide6.xml" Id="R9fccf44114f74017" /><Relationship Type="http://schemas.openxmlformats.org/officeDocument/2006/relationships/slide" Target="/ppt/slides/slide7.xml" Id="R85a4355f336e41c3" /><Relationship Type="http://schemas.openxmlformats.org/officeDocument/2006/relationships/slide" Target="/ppt/slides/slide8.xml" Id="R73cc5eb37fcb4685" /><Relationship Type="http://schemas.openxmlformats.org/officeDocument/2006/relationships/slide" Target="/ppt/slides/slide9.xml" Id="R26c03c587fab45ae" /><Relationship Type="http://schemas.openxmlformats.org/officeDocument/2006/relationships/slide" Target="/ppt/slides/slide10.xml" Id="Rcaa015d7205648fd" /><Relationship Type="http://schemas.openxmlformats.org/officeDocument/2006/relationships/slide" Target="/ppt/slides/slide11.xml" Id="R98656a17e6b9421a" /><Relationship Type="http://schemas.openxmlformats.org/officeDocument/2006/relationships/slide" Target="/ppt/slides/slide12.xml" Id="R328b8b0a0bdd4f1b" /><Relationship Type="http://schemas.openxmlformats.org/officeDocument/2006/relationships/slide" Target="/ppt/slides/slide13.xml" Id="Re0750b32cec24f08" /><Relationship Type="http://schemas.openxmlformats.org/officeDocument/2006/relationships/slide" Target="/ppt/slides/slide14.xml" Id="R1a4e70db31e04180" /><Relationship Type="http://schemas.openxmlformats.org/officeDocument/2006/relationships/slide" Target="/ppt/slides/slide15.xml" Id="R67ecd5b716424fc6" /><Relationship Type="http://schemas.openxmlformats.org/officeDocument/2006/relationships/slide" Target="/ppt/slides/slide16.xml" Id="Rd0760170ccba40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1105fc55e748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2fa670d78c412f" /><Relationship Type="http://schemas.openxmlformats.org/officeDocument/2006/relationships/notesMaster" Target="/ppt/notesMasters/notesMaster1.xml" Id="Re185b4aaf4c246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9d5ea4492348c0" /><Relationship Type="http://schemas.openxmlformats.org/officeDocument/2006/relationships/notesMaster" Target="/ppt/notesMasters/notesMaster1.xml" Id="Ra70b45b4513546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918167eb1444fb" /><Relationship Type="http://schemas.openxmlformats.org/officeDocument/2006/relationships/notesMaster" Target="/ppt/notesMasters/notesMaster1.xml" Id="Rc5a42c15b50040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7b22504ae543fc" /><Relationship Type="http://schemas.openxmlformats.org/officeDocument/2006/relationships/notesMaster" Target="/ppt/notesMasters/notesMaster1.xml" Id="Rc90099e8141948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66d4af18f94eee" /><Relationship Type="http://schemas.openxmlformats.org/officeDocument/2006/relationships/notesMaster" Target="/ppt/notesMasters/notesMaster1.xml" Id="Rd9688e93bcd04b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446e172e1b4ca1" /><Relationship Type="http://schemas.openxmlformats.org/officeDocument/2006/relationships/notesMaster" Target="/ppt/notesMasters/notesMaster1.xml" Id="Rccd7ab4a42854c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d4a1dac0864f90" /><Relationship Type="http://schemas.openxmlformats.org/officeDocument/2006/relationships/notesMaster" Target="/ppt/notesMasters/notesMaster1.xml" Id="Rf1cd4c064e854b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ff27e841764a08" /><Relationship Type="http://schemas.openxmlformats.org/officeDocument/2006/relationships/notesMaster" Target="/ppt/notesMasters/notesMaster1.xml" Id="R66bba96be9a544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a22ced73424d33" /><Relationship Type="http://schemas.openxmlformats.org/officeDocument/2006/relationships/notesMaster" Target="/ppt/notesMasters/notesMaster1.xml" Id="R6e27e2b4e6884a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cc75ecedb0490c" /><Relationship Type="http://schemas.openxmlformats.org/officeDocument/2006/relationships/notesMaster" Target="/ppt/notesMasters/notesMaster1.xml" Id="R8d12fbd572ac49a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b5044f637f4966" /><Relationship Type="http://schemas.openxmlformats.org/officeDocument/2006/relationships/notesMaster" Target="/ppt/notesMasters/notesMaster1.xml" Id="R8c80f8d161454cb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eb70ec1da1647b4" /><Relationship Type="http://schemas.openxmlformats.org/officeDocument/2006/relationships/notesMaster" Target="/ppt/notesMasters/notesMaster1.xml" Id="Rb7424db469a14fb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f9aa1165d884d62" /><Relationship Type="http://schemas.openxmlformats.org/officeDocument/2006/relationships/notesMaster" Target="/ppt/notesMasters/notesMaster1.xml" Id="R83ba6a3a657d42e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9731cc2a77d4996" /><Relationship Type="http://schemas.openxmlformats.org/officeDocument/2006/relationships/notesMaster" Target="/ppt/notesMasters/notesMaster1.xml" Id="Rca751a47f2c1410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f89000a0a624af9" /><Relationship Type="http://schemas.openxmlformats.org/officeDocument/2006/relationships/notesMaster" Target="/ppt/notesMasters/notesMaster1.xml" Id="R41b9e9cc9a02466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a38b46291014a72" /><Relationship Type="http://schemas.openxmlformats.org/officeDocument/2006/relationships/notesMaster" Target="/ppt/notesMasters/notesMaster1.xml" Id="Rdf700721e2cf44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Обложка. Обязательное hero-изображение РО 1.1. Тема: Illustrator цвет и система иллюстраций.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Введение в Illustrator-блок.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П041;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Цвет превращает набор рисунков в систему.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П041;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Палитра как характер музея.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П041;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Dominant / support / accent.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Показ преподавателя: действие, объяснение, повтор первого шага, самостоятельное усложнение.</a:t>
            </a:r>
          </a:p>
          <a:p xmlns:a="http://schemas.openxmlformats.org/drawingml/2006/main">
            <a:r>
              <a:t>Визуалы повторно использованы из принятого комплекта П041;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Swatches и Global Color.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П041;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Ограничение 4–6 цветов.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П041;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Эксперимент: две палитры на одном фрагменте.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П041;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Выбор не “нравится”, а “работает”.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П041;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Применяем цвет к hero.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П041;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Section-illustrations.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П041;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Stroke и shadow shapes.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П041;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Контраст и читаемость.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П041;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Global color test.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П041;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Критика палитры.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П041;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Итог занятия.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П041;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531b16b32d41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fc529290e744df" /><Relationship Type="http://schemas.openxmlformats.org/officeDocument/2006/relationships/slideLayout" Target="/ppt/slideLayouts/slideLayout1.xml" Id="Re3f2493871784c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f2493871784c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d982a436c4807" /><Relationship Type="http://schemas.openxmlformats.org/officeDocument/2006/relationships/image" Target="/ppt/media/image.png" Id="R83c1e69e9c5a4b4e" /><Relationship Type="http://schemas.openxmlformats.org/officeDocument/2006/relationships/notesSlide" Target="/ppt/notesSlides/notesSlide1.xml" Id="R1ec88f7e154147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032016f244874" /><Relationship Type="http://schemas.openxmlformats.org/officeDocument/2006/relationships/image" Target="/ppt/media/image.jpeg" Id="R3f5ba956712f44f0" /><Relationship Type="http://schemas.openxmlformats.org/officeDocument/2006/relationships/image" Target="/ppt/media/image2.jpeg" Id="R0269eeb124d44f15" /><Relationship Type="http://schemas.openxmlformats.org/officeDocument/2006/relationships/image" Target="/ppt/media/image3.jpeg" Id="R38dc0e54ba3d4728" /><Relationship Type="http://schemas.openxmlformats.org/officeDocument/2006/relationships/image" Target="/ppt/media/image4.jpeg" Id="R961563ad8a7f4464" /><Relationship Type="http://schemas.openxmlformats.org/officeDocument/2006/relationships/notesSlide" Target="/ppt/notesSlides/notesSlide2.xml" Id="R81c1f34ab0cc48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dfe5ce0ed476c" /><Relationship Type="http://schemas.openxmlformats.org/officeDocument/2006/relationships/image" Target="/ppt/media/image5.jpeg" Id="Rb81d290e11b048c6" /><Relationship Type="http://schemas.openxmlformats.org/officeDocument/2006/relationships/image" Target="/ppt/media/image6.jpeg" Id="Re6099dee3001452b" /><Relationship Type="http://schemas.openxmlformats.org/officeDocument/2006/relationships/notesSlide" Target="/ppt/notesSlides/notesSlide3.xml" Id="Rc4f5772810af43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02dbf25494b1d" /><Relationship Type="http://schemas.openxmlformats.org/officeDocument/2006/relationships/image" Target="/ppt/media/image7.jpeg" Id="R08b0dd22e0f644cd" /><Relationship Type="http://schemas.openxmlformats.org/officeDocument/2006/relationships/notesSlide" Target="/ppt/notesSlides/notesSlide4.xml" Id="Re4814a5225e441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9947b53589476f" /><Relationship Type="http://schemas.openxmlformats.org/officeDocument/2006/relationships/image" Target="/ppt/media/image8.jpeg" Id="R4aabfffcc32b4bfc" /><Relationship Type="http://schemas.openxmlformats.org/officeDocument/2006/relationships/image" Target="/ppt/media/image9.jpeg" Id="Rbddb34bc24bb484e" /><Relationship Type="http://schemas.openxmlformats.org/officeDocument/2006/relationships/image" Target="/ppt/media/image10.jpeg" Id="R71aca0f6e31d4445" /><Relationship Type="http://schemas.openxmlformats.org/officeDocument/2006/relationships/image" Target="/ppt/media/image11.jpeg" Id="R0342a8006cff4068" /><Relationship Type="http://schemas.openxmlformats.org/officeDocument/2006/relationships/notesSlide" Target="/ppt/notesSlides/notesSlide5.xml" Id="R230446aaa7804a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402b264244218" /><Relationship Type="http://schemas.openxmlformats.org/officeDocument/2006/relationships/image" Target="/ppt/media/image12.jpeg" Id="Rfb27d6d867104691" /><Relationship Type="http://schemas.openxmlformats.org/officeDocument/2006/relationships/image" Target="/ppt/media/image13.jpeg" Id="Rae2d3ef376094af2" /><Relationship Type="http://schemas.openxmlformats.org/officeDocument/2006/relationships/notesSlide" Target="/ppt/notesSlides/notesSlide6.xml" Id="Rd12135c44ed644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efc85cb8f4247" /><Relationship Type="http://schemas.openxmlformats.org/officeDocument/2006/relationships/image" Target="/ppt/media/image14.jpeg" Id="R544bb005c5134336" /><Relationship Type="http://schemas.openxmlformats.org/officeDocument/2006/relationships/notesSlide" Target="/ppt/notesSlides/notesSlide7.xml" Id="R91a67f0e9ba149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c7df83caf46f1" /><Relationship Type="http://schemas.openxmlformats.org/officeDocument/2006/relationships/image" Target="/ppt/media/image15.jpeg" Id="R79dff56b612845b3" /><Relationship Type="http://schemas.openxmlformats.org/officeDocument/2006/relationships/image" Target="/ppt/media/image16.jpeg" Id="R15f51cadb93d48b2" /><Relationship Type="http://schemas.openxmlformats.org/officeDocument/2006/relationships/image" Target="/ppt/media/image17.jpeg" Id="Rd8cc5723ee1142c0" /><Relationship Type="http://schemas.openxmlformats.org/officeDocument/2006/relationships/image" Target="/ppt/media/image18.jpeg" Id="R0a3a6828c61e4811" /><Relationship Type="http://schemas.openxmlformats.org/officeDocument/2006/relationships/notesSlide" Target="/ppt/notesSlides/notesSlide8.xml" Id="R2d2af58857d54b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7e6fe99ac54853" /><Relationship Type="http://schemas.openxmlformats.org/officeDocument/2006/relationships/image" Target="/ppt/media/image19.jpeg" Id="Rd45f8b2851e048f2" /><Relationship Type="http://schemas.openxmlformats.org/officeDocument/2006/relationships/image" Target="/ppt/media/image20.jpeg" Id="Rc487e74784184697" /><Relationship Type="http://schemas.openxmlformats.org/officeDocument/2006/relationships/notesSlide" Target="/ppt/notesSlides/notesSlide9.xml" Id="R1e8e8aa1680b49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3511f6d574d24" /><Relationship Type="http://schemas.openxmlformats.org/officeDocument/2006/relationships/image" Target="/ppt/media/image21.jpeg" Id="Ra8dddb6ff5fa43f6" /><Relationship Type="http://schemas.openxmlformats.org/officeDocument/2006/relationships/notesSlide" Target="/ppt/notesSlides/notesSlide10.xml" Id="R954fe460328f424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cbb6346ce445b" /><Relationship Type="http://schemas.openxmlformats.org/officeDocument/2006/relationships/image" Target="/ppt/media/image22.jpeg" Id="R93131629d8bd473d" /><Relationship Type="http://schemas.openxmlformats.org/officeDocument/2006/relationships/image" Target="/ppt/media/image23.jpeg" Id="R2c95b1c61c4c4b7c" /><Relationship Type="http://schemas.openxmlformats.org/officeDocument/2006/relationships/image" Target="/ppt/media/image24.jpeg" Id="R0e1a63f157ae4ae7" /><Relationship Type="http://schemas.openxmlformats.org/officeDocument/2006/relationships/image" Target="/ppt/media/image25.jpeg" Id="R5a6a3ef4bf4042da" /><Relationship Type="http://schemas.openxmlformats.org/officeDocument/2006/relationships/notesSlide" Target="/ppt/notesSlides/notesSlide11.xml" Id="R39909fe6c824404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f0fc7dddc4240" /><Relationship Type="http://schemas.openxmlformats.org/officeDocument/2006/relationships/image" Target="/ppt/media/image26.jpeg" Id="R34bd22b856424b27" /><Relationship Type="http://schemas.openxmlformats.org/officeDocument/2006/relationships/image" Target="/ppt/media/image27.jpeg" Id="R9b32a901af3d44cd" /><Relationship Type="http://schemas.openxmlformats.org/officeDocument/2006/relationships/notesSlide" Target="/ppt/notesSlides/notesSlide12.xml" Id="R92fd7d1131b548b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22f8073af4020" /><Relationship Type="http://schemas.openxmlformats.org/officeDocument/2006/relationships/image" Target="/ppt/media/image28.jpeg" Id="Rc599303e1a6941b1" /><Relationship Type="http://schemas.openxmlformats.org/officeDocument/2006/relationships/notesSlide" Target="/ppt/notesSlides/notesSlide13.xml" Id="Rb7a707e57b024ee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82c1ece714f1e" /><Relationship Type="http://schemas.openxmlformats.org/officeDocument/2006/relationships/image" Target="/ppt/media/image29.jpeg" Id="Re8ad51f6c0a04140" /><Relationship Type="http://schemas.openxmlformats.org/officeDocument/2006/relationships/image" Target="/ppt/media/image30.jpeg" Id="Rd55e68fcd2eb466e" /><Relationship Type="http://schemas.openxmlformats.org/officeDocument/2006/relationships/image" Target="/ppt/media/image31.jpeg" Id="R167c904064b54380" /><Relationship Type="http://schemas.openxmlformats.org/officeDocument/2006/relationships/image" Target="/ppt/media/image32.jpeg" Id="R71f4ce3d7e674bc5" /><Relationship Type="http://schemas.openxmlformats.org/officeDocument/2006/relationships/notesSlide" Target="/ppt/notesSlides/notesSlide14.xml" Id="R5bcbe494a3964fb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ae63b90f948c3" /><Relationship Type="http://schemas.openxmlformats.org/officeDocument/2006/relationships/image" Target="/ppt/media/image33.jpeg" Id="R071fea007a2f4d46" /><Relationship Type="http://schemas.openxmlformats.org/officeDocument/2006/relationships/image" Target="/ppt/media/image34.jpeg" Id="Rde8d8f8c75d74e83" /><Relationship Type="http://schemas.openxmlformats.org/officeDocument/2006/relationships/notesSlide" Target="/ppt/notesSlides/notesSlide15.xml" Id="Rbc794e849e3c48b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935d3e9a14f8f" /><Relationship Type="http://schemas.openxmlformats.org/officeDocument/2006/relationships/image" Target="/ppt/media/image35.jpeg" Id="R39125bddff1f44fd" /><Relationship Type="http://schemas.openxmlformats.org/officeDocument/2006/relationships/notesSlide" Target="/ppt/notesSlides/notesSlide16.xml" Id="R1f230938f9e649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1e69e9c5a4b4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26F7E4-70F6-417B-AC2F-11840C4D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3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Хекслет Колледж">
            <a:extLst xmlns:a="http://schemas.openxmlformats.org/drawingml/2006/main">
              <a:ext uri="{FF2B5EF4-FFF2-40B4-BE49-F238E27FC236}">
                <a16:creationId xmlns:a16="http://schemas.microsoft.com/office/drawing/2014/main" id="{141A624A-7EC7-4E79-8841-C2E4D742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048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Хекслет Колледж</a:t>
            </a:r>
          </a:p>
        </p:txBody>
      </p:sp>
      <p:sp>
        <p:nvSpPr>
          <p:cNvPr id="4" name="ПМ1 · Сканирование и обработка…">
            <a:extLst xmlns:a="http://schemas.openxmlformats.org/drawingml/2006/main">
              <a:ext uri="{FF2B5EF4-FFF2-40B4-BE49-F238E27FC236}">
                <a16:creationId xmlns:a16="http://schemas.microsoft.com/office/drawing/2014/main" id="{82103D74-D2D6-457B-8BAA-6C557340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8667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ПМ1 · Сканирование и обработка</a:t>
            </a:r>
          </a:p>
          <a:p xmlns:a="http://schemas.openxmlformats.org/drawingml/2006/main">
            <a:pPr algn="l">
              <a:defRPr sz="60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графической информации</a:t>
            </a:r>
          </a:p>
        </p:txBody>
      </p:sp>
      <p:sp>
        <p:nvSpPr>
          <p:cNvPr id="5" name="Занятие 41">
            <a:extLst xmlns:a="http://schemas.openxmlformats.org/drawingml/2006/main">
              <a:ext uri="{FF2B5EF4-FFF2-40B4-BE49-F238E27FC236}">
                <a16:creationId xmlns:a16="http://schemas.microsoft.com/office/drawing/2014/main" id="{8C6BED54-39AF-4071-B753-FA3A374A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6207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Занятие 41</a:t>
            </a:r>
          </a:p>
        </p:txBody>
      </p:sp>
      <p:sp>
        <p:nvSpPr>
          <p:cNvPr id="6" name="Illustrator цвет и система…">
            <a:extLst xmlns:a="http://schemas.openxmlformats.org/drawingml/2006/main">
              <a:ext uri="{FF2B5EF4-FFF2-40B4-BE49-F238E27FC236}">
                <a16:creationId xmlns:a16="http://schemas.microsoft.com/office/drawing/2014/main" id="{1DE554A6-1149-422D-BDB1-38A9D4AE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038350"/>
            <a:ext cx="31432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цвет и система иллюстраций</a:t>
            </a:r>
          </a:p>
        </p:txBody>
      </p:sp>
      <p:sp>
        <p:nvSpPr>
          <p:cNvPr id="7" name="От инструмента к обоснованному…">
            <a:extLst xmlns:a="http://schemas.openxmlformats.org/drawingml/2006/main">
              <a:ext uri="{FF2B5EF4-FFF2-40B4-BE49-F238E27FC236}">
                <a16:creationId xmlns:a16="http://schemas.microsoft.com/office/drawing/2014/main" id="{6D0A682C-9417-4415-8FAD-C7EBFDE3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848100"/>
            <a:ext cx="300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От инструмента к обоснованному</a:t>
            </a:r>
          </a:p>
          <a:p xmlns:a="http://schemas.openxmlformats.org/drawingml/2006/main">
            <a:pPr algn="l">
              <a:defRPr sz="8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визуальному решению</a:t>
            </a:r>
          </a:p>
        </p:txBody>
      </p:sp>
      <p:sp>
        <p:nvSpPr>
          <p:cNvPr id="8" name="люди · идеи · инструменты ·…">
            <a:extLst xmlns:a="http://schemas.openxmlformats.org/drawingml/2006/main">
              <a:ext uri="{FF2B5EF4-FFF2-40B4-BE49-F238E27FC236}">
                <a16:creationId xmlns:a16="http://schemas.microsoft.com/office/drawing/2014/main" id="{C8B814C9-3831-43CA-9BDB-59F1CD43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3341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E858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E8587"/>
                </a:solidFill>
                <a:latin typeface="Arial"/>
                <a:ea typeface="Arial"/>
                <a:cs typeface="Arial"/>
              </a:rPr>
              <a:t>люди · идеи · инструменты · изображения · проекты</a:t>
            </a:r>
          </a:p>
        </p:txBody>
      </p:sp>
    </p:spTree>
    <p:extLst>
      <p:ext uri="{BB962C8B-B14F-4D97-AF65-F5344CB8AC3E}">
        <p14:creationId xmlns:p14="http://schemas.microsoft.com/office/powerpoint/2010/main" val="3008918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Тема">
            <a:extLst xmlns:a="http://schemas.openxmlformats.org/drawingml/2006/main">
              <a:ext uri="{FF2B5EF4-FFF2-40B4-BE49-F238E27FC236}">
                <a16:creationId xmlns:a16="http://schemas.microsoft.com/office/drawing/2014/main" id="{F0AD3499-AB1B-4C70-8D3B-7500DD56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цвет и система иллюстраций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DEFCDB23-54FA-4BEA-AE81-A396A0C5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A7DE8463-1E8D-4742-8F19-21B25D34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Введение в Illustrator-блок</a:t>
            </a:r>
          </a:p>
        </p:txBody>
      </p:sp>
      <p:sp>
        <p:nvSpPr>
          <p:cNvPr id="4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A1D7ECA2-9798-44DD-8AE6-6352C7DA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D88F0-54AA-44CA-9DE0-0798BA3B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C403D1-2DD3-4819-A177-D7CB3912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022793AB-BFBC-48BA-8878-34D42063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П041 · Illustrator: цвет и визуальный язык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2D46556B-47AC-4120-9891-EB49AE3F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5ba956712f44f0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0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9AA6F050-024E-4DDC-B82B-73077801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1" name="Признак 1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2C9A74A4-1781-4AF5-80AC-4A77461F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1: что можно увидеть и проверить.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69eeb124d44f15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432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3" name="От предмета к web-ассету">
            <a:extLst xmlns:a="http://schemas.openxmlformats.org/drawingml/2006/main">
              <a:ext uri="{FF2B5EF4-FFF2-40B4-BE49-F238E27FC236}">
                <a16:creationId xmlns:a16="http://schemas.microsoft.com/office/drawing/2014/main" id="{F95F7A55-8E9C-4B5A-A803-6716FD8C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От предмета к web-ассету</a:t>
            </a:r>
          </a:p>
        </p:txBody>
      </p:sp>
      <p:sp>
        <p:nvSpPr>
          <p:cNvPr id="14" name="Признак 2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A887EA88-53A7-43E8-847D-42191238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2: что можно увидеть и проверить.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dc0e54ba3d4728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74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6" name="MAKE">
            <a:extLst xmlns:a="http://schemas.openxmlformats.org/drawingml/2006/main">
              <a:ext uri="{FF2B5EF4-FFF2-40B4-BE49-F238E27FC236}">
                <a16:creationId xmlns:a16="http://schemas.microsoft.com/office/drawing/2014/main" id="{3751BE6D-FEC4-4BF8-992F-26DD1A09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MAKE</a:t>
            </a:r>
          </a:p>
        </p:txBody>
      </p:sp>
      <p:sp>
        <p:nvSpPr>
          <p:cNvPr id="17" name="Признак 3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1EC38D36-EBCF-419C-AC3A-70852BC3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3: что можно увидеть и проверить.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1563ad8a7f4464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15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9" name="BRIDGE">
            <a:extLst xmlns:a="http://schemas.openxmlformats.org/drawingml/2006/main">
              <a:ext uri="{FF2B5EF4-FFF2-40B4-BE49-F238E27FC236}">
                <a16:creationId xmlns:a16="http://schemas.microsoft.com/office/drawing/2014/main" id="{37C6EE93-8B60-47D2-AE5B-D9BB90C7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BRIDGE</a:t>
            </a:r>
          </a:p>
        </p:txBody>
      </p:sp>
      <p:sp>
        <p:nvSpPr>
          <p:cNvPr id="20" name="Признак 4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536CC94E-5147-4222-BCE3-86420BB4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4: что можно увидеть и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13598986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4CD1BF19-3F53-49B8-BA75-6C416CDF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цвет и система иллюстраций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BF15E8DE-200F-48CE-953A-60D70DEB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8576C6A3-1B1B-423B-8330-1D35AEF2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Цвет превращает набор рисунков в систему</a:t>
            </a:r>
          </a:p>
        </p:txBody>
      </p:sp>
      <p:sp>
        <p:nvSpPr>
          <p:cNvPr id="4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ECA6353B-EC13-47C0-BAC4-0BA2F002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C34472-2D36-48AD-B5A0-C3BAFA4F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AE8D8A-F833-4A69-9D2A-B007B5DD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7C7B7F4D-5569-4CD9-A0F6-41D5BD7D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П041 · Illustrator: цвет и визуальный язык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E676A588-82C9-4A1A-AD19-B08AFC40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1d290e11b048c6"/>
          <a:srcRect xmlns:a="http://schemas.openxmlformats.org/drawingml/2006/main" l="0" t="12593" r="0" b="125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F6EC9288-9680-4979-9EFE-C2B91CE9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94580376-F041-418A-95EE-40D7FB99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099dee3001452b"/>
          <a:srcRect xmlns:a="http://schemas.openxmlformats.org/drawingml/2006/main" l="0" t="12593" r="0" b="125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Система иллюстраций для сайта">
            <a:extLst xmlns:a="http://schemas.openxmlformats.org/drawingml/2006/main">
              <a:ext uri="{FF2B5EF4-FFF2-40B4-BE49-F238E27FC236}">
                <a16:creationId xmlns:a16="http://schemas.microsoft.com/office/drawing/2014/main" id="{2436A47A-5093-4240-8633-AE0E17CB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Система иллюстраций для сайта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7C64DD30-89DE-44F1-9376-2EC5D4E6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68610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Тема">
            <a:extLst xmlns:a="http://schemas.openxmlformats.org/drawingml/2006/main">
              <a:ext uri="{FF2B5EF4-FFF2-40B4-BE49-F238E27FC236}">
                <a16:creationId xmlns:a16="http://schemas.microsoft.com/office/drawing/2014/main" id="{5FC1FEDB-D284-43FF-8376-3F40E6B2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цвет и система иллюстраций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603D716D-FA4F-4B1A-A4F6-23D45AA6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0BBB8B5D-4191-4674-B744-9AFEA009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Палитра как характер музея</a:t>
            </a:r>
          </a:p>
        </p:txBody>
      </p:sp>
      <p:sp>
        <p:nvSpPr>
          <p:cNvPr id="4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2B100BED-5FEB-4F4E-8E37-5AED59A0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7E2E76-2DC6-45A9-B568-1D58B359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26019-5F0A-4786-9969-2E2C7525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95BD3C02-F6A1-4808-8311-1AE4E7AD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П041 · Illustrator: цвет и визуальный язык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44F51D3B-03E2-491F-9058-AD0D686A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b0dd22e0f644cd"/>
          <a:srcRect xmlns:a="http://schemas.openxmlformats.org/drawingml/2006/main" l="7413" t="0" r="74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86000"/>
            <a:ext cx="47625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BFF7C-D222-4F70-99E3-C5C3FB61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B0D3ED-71E1-443E-A20E-D21F8896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A720B6D6-AB28-4F2B-96C8-65E82442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EF7D5ABF-8445-4FB4-9A78-432C55D6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64A9C6-6EB5-4F17-A546-4BEA59EA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315267-10F0-4565-9D54-ABBB9CEA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DA34D69E-454C-4531-867B-F7C71711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Система иллюстраций для сайта">
            <a:extLst xmlns:a="http://schemas.openxmlformats.org/drawingml/2006/main">
              <a:ext uri="{FF2B5EF4-FFF2-40B4-BE49-F238E27FC236}">
                <a16:creationId xmlns:a16="http://schemas.microsoft.com/office/drawing/2014/main" id="{E3323C59-3864-42AD-AE9F-3A680E43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Система иллюстраций для сайта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6E211D-219D-4C0C-A226-3C13D962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0693A7-4EBF-4082-98C4-72EC174F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3">
            <a:extLst xmlns:a="http://schemas.openxmlformats.org/drawingml/2006/main">
              <a:ext uri="{FF2B5EF4-FFF2-40B4-BE49-F238E27FC236}">
                <a16:creationId xmlns:a16="http://schemas.microsoft.com/office/drawing/2014/main" id="{C08C4FC5-F146-4769-84D6-1A419911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Архив: спокойный, бумажный, тёплый">
            <a:extLst xmlns:a="http://schemas.openxmlformats.org/drawingml/2006/main">
              <a:ext uri="{FF2B5EF4-FFF2-40B4-BE49-F238E27FC236}">
                <a16:creationId xmlns:a16="http://schemas.microsoft.com/office/drawing/2014/main" id="{45C1FD81-B745-4F1B-AB11-1315DD79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Архив: спокойный, бумажный, тёплый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CFA1CA-8E10-41CC-A845-886DBC8E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91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F09DF7-94E7-47E2-AB7A-40CF116A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ABA44519-5EF0-4140-A384-D518EAB5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Ночная находка: глубокий,…">
            <a:extLst xmlns:a="http://schemas.openxmlformats.org/drawingml/2006/main">
              <a:ext uri="{FF2B5EF4-FFF2-40B4-BE49-F238E27FC236}">
                <a16:creationId xmlns:a16="http://schemas.microsoft.com/office/drawing/2014/main" id="{56841193-CD87-41AE-ABCC-A021C6C3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Ночная находка: глубокий, контрастный, загадочный</a:t>
            </a:r>
          </a:p>
        </p:txBody>
      </p:sp>
    </p:spTree>
    <p:extLst>
      <p:ext uri="{BB962C8B-B14F-4D97-AF65-F5344CB8AC3E}">
        <p14:creationId xmlns:p14="http://schemas.microsoft.com/office/powerpoint/2010/main" val="12151816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Тема">
            <a:extLst xmlns:a="http://schemas.openxmlformats.org/drawingml/2006/main">
              <a:ext uri="{FF2B5EF4-FFF2-40B4-BE49-F238E27FC236}">
                <a16:creationId xmlns:a16="http://schemas.microsoft.com/office/drawing/2014/main" id="{1A87C0DE-ED02-45E5-8DD8-BDC48447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цвет и система иллюстраций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6D775F88-91A5-4EEE-BB45-921F973C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0B56AE0D-4EF1-4709-94F3-E169EFDC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Показ преподавателя: действие → объяснение → повтор</a:t>
            </a:r>
          </a:p>
        </p:txBody>
      </p:sp>
      <p:sp>
        <p:nvSpPr>
          <p:cNvPr id="4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3CFC3D7A-6836-4B67-9601-19E877E2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B4ABE4-AACD-4C18-9390-C64D872D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B7551-BD44-4F6B-8926-95C312AD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F62A5DAB-D937-46E4-8E05-8AF96C26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П041 · Illustrator: цвет и визуальный язык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69287A16-11C8-4AB7-A8A1-E4F69BB4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923C30-BC29-41D2-AD31-E1612235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2476500" cy="31432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29EA86-7946-4D1A-8745-6A9B11BB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191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1">
            <a:extLst xmlns:a="http://schemas.openxmlformats.org/drawingml/2006/main">
              <a:ext uri="{FF2B5EF4-FFF2-40B4-BE49-F238E27FC236}">
                <a16:creationId xmlns:a16="http://schemas.microsoft.com/office/drawing/2014/main" id="{D7F2C7A2-9822-4076-BC7C-AD2B5219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bfffcc32b4bfc"/>
          <a:srcRect xmlns:a="http://schemas.openxmlformats.org/drawingml/2006/main" l="0" t="2351" r="0" b="23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" y="3048000"/>
            <a:ext cx="2133600" cy="1143000"/>
          </a:xfrm>
          <a:prstGeom xmlns:a="http://schemas.openxmlformats.org/drawingml/2006/main" prst="rect">
            <a:avLst/>
          </a:prstGeom>
        </p:spPr>
      </p:pic>
      <p:sp>
        <p:nvSpPr>
          <p:cNvPr id="13" name="Преподаватель показывает действие…">
            <a:extLst xmlns:a="http://schemas.openxmlformats.org/drawingml/2006/main">
              <a:ext uri="{FF2B5EF4-FFF2-40B4-BE49-F238E27FC236}">
                <a16:creationId xmlns:a16="http://schemas.microsoft.com/office/drawing/2014/main" id="{1BBB1026-B214-4F86-B4D9-74A1BA4F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053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Преподаватель показывает действие в рабочем файле.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C7B52B-40F5-4793-9256-3F3EF69C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333625"/>
            <a:ext cx="2476500" cy="31432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6C0198-D358-49EF-A2C2-A0233377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76500"/>
            <a:ext cx="4191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A342701D-BD8B-44BB-810A-3A56F9F9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76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db34bc24bb484e"/>
          <a:srcRect xmlns:a="http://schemas.openxmlformats.org/drawingml/2006/main" l="0" t="2351" r="0" b="23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14725" y="3048000"/>
            <a:ext cx="2133600" cy="1143000"/>
          </a:xfrm>
          <a:prstGeom xmlns:a="http://schemas.openxmlformats.org/drawingml/2006/main" prst="rect">
            <a:avLst/>
          </a:prstGeom>
        </p:spPr>
      </p:pic>
      <p:sp>
        <p:nvSpPr>
          <p:cNvPr id="18" name="Вслух объясняет выбор инструмента…">
            <a:extLst xmlns:a="http://schemas.openxmlformats.org/drawingml/2006/main">
              <a:ext uri="{FF2B5EF4-FFF2-40B4-BE49-F238E27FC236}">
                <a16:creationId xmlns:a16="http://schemas.microsoft.com/office/drawing/2014/main" id="{62978D5E-2A7C-4E60-B10E-BAE85071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3053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Вслух объясняет выбор инструмента и критерия.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637DFA-C325-4241-925D-4988F384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333625"/>
            <a:ext cx="2476500" cy="31432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8439A1-81DF-4E7E-9ADE-C98DDAB5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76500"/>
            <a:ext cx="4191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3">
            <a:extLst xmlns:a="http://schemas.openxmlformats.org/drawingml/2006/main">
              <a:ext uri="{FF2B5EF4-FFF2-40B4-BE49-F238E27FC236}">
                <a16:creationId xmlns:a16="http://schemas.microsoft.com/office/drawing/2014/main" id="{5ED9231C-CD0D-4B89-A77E-82EFADEC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76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aca0f6e31d4445"/>
          <a:srcRect xmlns:a="http://schemas.openxmlformats.org/drawingml/2006/main" l="0" t="2351" r="0" b="23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8875" y="3048000"/>
            <a:ext cx="2133600" cy="1143000"/>
          </a:xfrm>
          <a:prstGeom xmlns:a="http://schemas.openxmlformats.org/drawingml/2006/main" prst="rect">
            <a:avLst/>
          </a:prstGeom>
        </p:spPr>
      </p:pic>
      <p:sp>
        <p:nvSpPr>
          <p:cNvPr id="23" name="Студенты повторяют первый шаг.">
            <a:extLst xmlns:a="http://schemas.openxmlformats.org/drawingml/2006/main">
              <a:ext uri="{FF2B5EF4-FFF2-40B4-BE49-F238E27FC236}">
                <a16:creationId xmlns:a16="http://schemas.microsoft.com/office/drawing/2014/main" id="{FAF62B8C-258C-4463-8857-99CCD62C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053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Студенты повторяют первый шаг.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D5AD9D-507A-4378-AC0C-C5CA987B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333625"/>
            <a:ext cx="2476500" cy="31432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ED406F-EEFA-40CD-9D87-D6251B09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4191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4">
            <a:extLst xmlns:a="http://schemas.openxmlformats.org/drawingml/2006/main">
              <a:ext uri="{FF2B5EF4-FFF2-40B4-BE49-F238E27FC236}">
                <a16:creationId xmlns:a16="http://schemas.microsoft.com/office/drawing/2014/main" id="{0E76280A-0B5F-4073-B775-287BBF06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42a8006cff4068"/>
          <a:srcRect xmlns:a="http://schemas.openxmlformats.org/drawingml/2006/main" l="0" t="2351" r="0" b="23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63025" y="3048000"/>
            <a:ext cx="2133600" cy="1143000"/>
          </a:xfrm>
          <a:prstGeom xmlns:a="http://schemas.openxmlformats.org/drawingml/2006/main" prst="rect">
            <a:avLst/>
          </a:prstGeom>
        </p:spPr>
      </p:pic>
      <p:sp>
        <p:nvSpPr>
          <p:cNvPr id="28" name="Самостоятельно усложняют…">
            <a:extLst xmlns:a="http://schemas.openxmlformats.org/drawingml/2006/main">
              <a:ext uri="{FF2B5EF4-FFF2-40B4-BE49-F238E27FC236}">
                <a16:creationId xmlns:a16="http://schemas.microsoft.com/office/drawing/2014/main" id="{BD2B65E7-CA1E-4CCD-967E-96B442DD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3053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Самостоятельно усложняют результат и проверяют его.</a:t>
            </a:r>
          </a:p>
        </p:txBody>
      </p:sp>
    </p:spTree>
    <p:extLst>
      <p:ext uri="{BB962C8B-B14F-4D97-AF65-F5344CB8AC3E}">
        <p14:creationId xmlns:p14="http://schemas.microsoft.com/office/powerpoint/2010/main" val="13795548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7BF5C3C4-7B25-4A35-A0B3-02FB7C1C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цвет и система иллюстраций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83C0F8A2-7CB9-4458-B700-35B00AA1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A9CC126C-A906-43C7-80BE-F9670049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Swatches и Global Color</a:t>
            </a:r>
          </a:p>
        </p:txBody>
      </p:sp>
      <p:sp>
        <p:nvSpPr>
          <p:cNvPr id="4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42971A68-7EF8-49D3-ABA8-6CEC5D76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CD678-F0DA-48E8-AF75-FEC92C00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1475B5-9B7D-430B-B1D4-69E3CB4E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373BF76B-4B17-457B-AE7A-7F5EB6B5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П041 · Illustrator: цвет и визуальный язык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6BD033C2-9B6B-4A84-A2E1-18C6679C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27d6d867104691"/>
          <a:srcRect xmlns:a="http://schemas.openxmlformats.org/drawingml/2006/main" l="0" t="12593" r="0" b="125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9B78058E-73ED-4DBF-A864-B8288704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50D51EB2-6C92-444E-8BC9-1C0163DD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2d3ef376094af2"/>
          <a:srcRect xmlns:a="http://schemas.openxmlformats.org/drawingml/2006/main" l="0" t="12593" r="0" b="125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Система иллюстраций для сайта">
            <a:extLst xmlns:a="http://schemas.openxmlformats.org/drawingml/2006/main">
              <a:ext uri="{FF2B5EF4-FFF2-40B4-BE49-F238E27FC236}">
                <a16:creationId xmlns:a16="http://schemas.microsoft.com/office/drawing/2014/main" id="{7352AD1B-708F-485F-87D9-CDD57286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Система иллюстраций для сайта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627FBFCA-5ACE-423C-9747-14292A60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9520164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Тема">
            <a:extLst xmlns:a="http://schemas.openxmlformats.org/drawingml/2006/main">
              <a:ext uri="{FF2B5EF4-FFF2-40B4-BE49-F238E27FC236}">
                <a16:creationId xmlns:a16="http://schemas.microsoft.com/office/drawing/2014/main" id="{72B0AD38-9F18-4AC9-A62C-10B38378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цвет и система иллюстраций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52606148-922B-406F-B9E1-CD8012BF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F0DE9A3F-0E3E-4011-AB63-CCDC3CC1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Ограничение 4–6 цветов</a:t>
            </a:r>
          </a:p>
        </p:txBody>
      </p:sp>
      <p:sp>
        <p:nvSpPr>
          <p:cNvPr id="4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E0B1F348-8209-46A8-84CE-D7DDEFD3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C3F997-0C6D-43BB-B14A-881365D0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D4432-0197-4A61-887C-1C06A160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791E1733-F254-4F2C-AEC3-21CE9477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П041 · Illustrator: цвет и визуальный язык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4ECEB01E-9081-4BF6-BF34-2D56AF09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4bb005c5134336"/>
          <a:srcRect xmlns:a="http://schemas.openxmlformats.org/drawingml/2006/main" l="7413" t="0" r="74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86000"/>
            <a:ext cx="47625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C91A15-751F-4F7F-A714-5CB190A8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4B8D19-B34B-41CB-9D46-730697B9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F13358CD-1CE6-4454-9927-35BF7AB2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E5ED7677-1825-406E-955B-A6E83A52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24F80A-AA87-40D5-B6FC-76F2EEAD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818ACF-11B0-43C8-AE83-F8D12F88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493B78BA-75AC-4EFB-876A-9BEB67AF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Система иллюстраций для сайта">
            <a:extLst xmlns:a="http://schemas.openxmlformats.org/drawingml/2006/main">
              <a:ext uri="{FF2B5EF4-FFF2-40B4-BE49-F238E27FC236}">
                <a16:creationId xmlns:a16="http://schemas.microsoft.com/office/drawing/2014/main" id="{92E68297-0F4C-46E8-99EE-B491C7E9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Система иллюстраций для сайта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A6449C-0ABD-435C-9902-4A73F4B1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74D2A9-4732-4EA9-AAA5-FD39FE12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3">
            <a:extLst xmlns:a="http://schemas.openxmlformats.org/drawingml/2006/main">
              <a:ext uri="{FF2B5EF4-FFF2-40B4-BE49-F238E27FC236}">
                <a16:creationId xmlns:a16="http://schemas.microsoft.com/office/drawing/2014/main" id="{B56A4324-B43E-4A20-A5EB-C8BDEAF9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Меньше решений — больше системности">
            <a:extLst xmlns:a="http://schemas.openxmlformats.org/drawingml/2006/main">
              <a:ext uri="{FF2B5EF4-FFF2-40B4-BE49-F238E27FC236}">
                <a16:creationId xmlns:a16="http://schemas.microsoft.com/office/drawing/2014/main" id="{C120ABC9-BA94-4972-8DD8-1CC1050A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Меньше решений — больше системности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4D5A65-3039-4BA6-9695-0C17E929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91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2ABDE8-D859-4852-BAD7-CC76E71B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DC8E8F9A-07EE-486B-8809-EBB00A62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Цвета легче контролировать">
            <a:extLst xmlns:a="http://schemas.openxmlformats.org/drawingml/2006/main">
              <a:ext uri="{FF2B5EF4-FFF2-40B4-BE49-F238E27FC236}">
                <a16:creationId xmlns:a16="http://schemas.microsoft.com/office/drawing/2014/main" id="{8950C4A4-FEA3-4AF5-9EF9-B3EB9948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Цвета легче контролировать</a:t>
            </a:r>
          </a:p>
        </p:txBody>
      </p:sp>
    </p:spTree>
    <p:extLst>
      <p:ext uri="{BB962C8B-B14F-4D97-AF65-F5344CB8AC3E}">
        <p14:creationId xmlns:p14="http://schemas.microsoft.com/office/powerpoint/2010/main" val="15117561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Тема">
            <a:extLst xmlns:a="http://schemas.openxmlformats.org/drawingml/2006/main">
              <a:ext uri="{FF2B5EF4-FFF2-40B4-BE49-F238E27FC236}">
                <a16:creationId xmlns:a16="http://schemas.microsoft.com/office/drawing/2014/main" id="{90507242-4E7D-4BB5-B4D2-558FA524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цвет и система иллюстраций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D9A42E8C-A03E-4767-B356-FA0BF31C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29D06AB9-9D52-4B6F-94B4-1590C4AE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Эксперимент: две палитры на одном фрагменте</a:t>
            </a:r>
          </a:p>
        </p:txBody>
      </p:sp>
      <p:sp>
        <p:nvSpPr>
          <p:cNvPr id="4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28D1BBA7-093F-46FC-928B-62E969E5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60D750-6595-497A-947A-D57C61CB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F60958-3A75-4C7F-ACD4-34C367DD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3AE20F39-5291-4888-8BAC-0F3A517C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П041 · Illustrator: цвет и визуальный язык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F6680139-D40F-44EF-9A9F-6EB6B9B3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dff56b612845b3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0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C0673CD7-633E-4106-BEAE-321F9B6D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1" name="Признак 1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FCFB5622-9A8E-466D-A0B7-6792F990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1: что можно увидеть и проверить.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f51cadb93d48b2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432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3" name="Система иллюстраций для сайта">
            <a:extLst xmlns:a="http://schemas.openxmlformats.org/drawingml/2006/main">
              <a:ext uri="{FF2B5EF4-FFF2-40B4-BE49-F238E27FC236}">
                <a16:creationId xmlns:a16="http://schemas.microsoft.com/office/drawing/2014/main" id="{172F57A5-09F0-43F9-8981-AD743397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Система иллюстраций для сайта</a:t>
            </a:r>
          </a:p>
        </p:txBody>
      </p:sp>
      <p:sp>
        <p:nvSpPr>
          <p:cNvPr id="14" name="Признак 2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E3D40CA2-DC4B-4D91-B5F7-77564AAD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2: что можно увидеть и проверить.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cc5723ee1142c0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74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6" name="Один и тот же предмет">
            <a:extLst xmlns:a="http://schemas.openxmlformats.org/drawingml/2006/main">
              <a:ext uri="{FF2B5EF4-FFF2-40B4-BE49-F238E27FC236}">
                <a16:creationId xmlns:a16="http://schemas.microsoft.com/office/drawing/2014/main" id="{9A604887-49F8-475E-900C-8EC2956A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Один и тот же предмет</a:t>
            </a:r>
          </a:p>
        </p:txBody>
      </p:sp>
      <p:sp>
        <p:nvSpPr>
          <p:cNvPr id="17" name="Признак 3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22D2D7C9-9A2D-4875-BE32-EABA626F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3: что можно увидеть и проверить.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3a6828c61e4811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15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9" name="Два настроения">
            <a:extLst xmlns:a="http://schemas.openxmlformats.org/drawingml/2006/main">
              <a:ext uri="{FF2B5EF4-FFF2-40B4-BE49-F238E27FC236}">
                <a16:creationId xmlns:a16="http://schemas.microsoft.com/office/drawing/2014/main" id="{A51F1982-77F0-43DC-94F7-0F1571C8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Два настроения</a:t>
            </a:r>
          </a:p>
        </p:txBody>
      </p:sp>
      <p:sp>
        <p:nvSpPr>
          <p:cNvPr id="20" name="Признак 4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76991C32-7CA7-4CAA-849A-6E994D11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4: что можно увидеть и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12598759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9D384889-8DB9-438C-82DC-1F46DC3A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цвет и система иллюстраций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4A195D76-3535-41FE-8280-FA44ADF3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2EBB5FEF-D808-4420-B0EF-87010C3C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Выбор не “нравится”, а “работает”</a:t>
            </a:r>
          </a:p>
        </p:txBody>
      </p:sp>
      <p:sp>
        <p:nvSpPr>
          <p:cNvPr id="4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9211D15E-99AD-4508-9E18-A8B95D2F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E19694-CE9A-4CD3-AA04-4DFCBA98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5161F0-A0E3-4A68-92C6-50F83047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1FF7C66D-4D8E-4BC0-8BEF-44C271F6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П041 · Illustrator: цвет и визуальный язык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366BEEC1-2919-4D50-A4ED-101260F0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5f8b2851e048f2"/>
          <a:srcRect xmlns:a="http://schemas.openxmlformats.org/drawingml/2006/main" l="0" t="12593" r="0" b="125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16F65CFA-45FD-40A1-ACB1-8D397B3C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7DBFDF5C-C857-46E8-9743-8FD1597D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7e74784184697"/>
          <a:srcRect xmlns:a="http://schemas.openxmlformats.org/drawingml/2006/main" l="0" t="12593" r="0" b="125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Система иллюстраций для сайта">
            <a:extLst xmlns:a="http://schemas.openxmlformats.org/drawingml/2006/main">
              <a:ext uri="{FF2B5EF4-FFF2-40B4-BE49-F238E27FC236}">
                <a16:creationId xmlns:a16="http://schemas.microsoft.com/office/drawing/2014/main" id="{6BA944BB-A3FD-402B-90F6-EAA3CBDA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Система иллюстраций для сайта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158DF2E0-B1BB-4E37-A749-4F5F5A23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9636757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Тема">
            <a:extLst xmlns:a="http://schemas.openxmlformats.org/drawingml/2006/main">
              <a:ext uri="{FF2B5EF4-FFF2-40B4-BE49-F238E27FC236}">
                <a16:creationId xmlns:a16="http://schemas.microsoft.com/office/drawing/2014/main" id="{76A8D70C-73BD-4260-964F-0C6F5246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цвет и система иллюстраций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D941B3AF-DA8B-415D-B538-F4E33FC8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2165B7F8-4156-4DB1-8452-049346A5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Применяем цвет к hero</a:t>
            </a:r>
          </a:p>
        </p:txBody>
      </p:sp>
      <p:sp>
        <p:nvSpPr>
          <p:cNvPr id="4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D3424498-26B6-421B-8520-B174243B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0840D-F2DF-4CBC-8CA1-20B30956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ED0E80-BA68-4C07-9351-FDEA0970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422DF0F6-1524-4811-8829-71FC7AB0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П041 · Illustrator: цвет и визуальный язык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D9D85DAF-1DD8-4DBE-9ACF-B4008649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dddb6ff5fa43f6"/>
          <a:srcRect xmlns:a="http://schemas.openxmlformats.org/drawingml/2006/main" l="7413" t="0" r="74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86000"/>
            <a:ext cx="47625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73062-D0BD-44EE-BBE7-2FA99767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380389-E9BD-47D5-9B38-9BB04046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66553E2B-C42E-4811-889C-3B4D2718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2D8E5A36-8C8C-4999-9871-75CAA28C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D88C5B-73CF-41DA-A696-B20F5008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5555E9-7BAB-43B8-BC2D-7A45C77C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5E7C1331-89A2-4727-9D66-1DBD43B7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Система иллюстраций для сайта">
            <a:extLst xmlns:a="http://schemas.openxmlformats.org/drawingml/2006/main">
              <a:ext uri="{FF2B5EF4-FFF2-40B4-BE49-F238E27FC236}">
                <a16:creationId xmlns:a16="http://schemas.microsoft.com/office/drawing/2014/main" id="{55B68253-719E-4509-B990-60103602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Система иллюстраций для сайта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B2CEAB-E7EA-4D8A-87DE-C746BFD7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35EE2D-340F-4107-8A0D-CA9262C6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3">
            <a:extLst xmlns:a="http://schemas.openxmlformats.org/drawingml/2006/main">
              <a:ext uri="{FF2B5EF4-FFF2-40B4-BE49-F238E27FC236}">
                <a16:creationId xmlns:a16="http://schemas.microsoft.com/office/drawing/2014/main" id="{C20D74A2-49DB-4ECD-8B98-3BB5C3A8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Не красим каждый объект случайно">
            <a:extLst xmlns:a="http://schemas.openxmlformats.org/drawingml/2006/main">
              <a:ext uri="{FF2B5EF4-FFF2-40B4-BE49-F238E27FC236}">
                <a16:creationId xmlns:a16="http://schemas.microsoft.com/office/drawing/2014/main" id="{0970C93E-A0E4-428E-AB2A-4FBD6AC9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Не красим каждый объект случайно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212846-218B-49EB-9ED0-D27104AA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91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597FC5-AFA2-4B40-BAC7-0D944BEE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B91AE8ED-F967-4E18-8CBD-7CD8C7E7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Повторяем роли цвета">
            <a:extLst xmlns:a="http://schemas.openxmlformats.org/drawingml/2006/main">
              <a:ext uri="{FF2B5EF4-FFF2-40B4-BE49-F238E27FC236}">
                <a16:creationId xmlns:a16="http://schemas.microsoft.com/office/drawing/2014/main" id="{3521C063-172A-4794-AAA7-230CD93E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Повторяем роли цвета</a:t>
            </a:r>
          </a:p>
        </p:txBody>
      </p:sp>
    </p:spTree>
    <p:extLst>
      <p:ext uri="{BB962C8B-B14F-4D97-AF65-F5344CB8AC3E}">
        <p14:creationId xmlns:p14="http://schemas.microsoft.com/office/powerpoint/2010/main" val="15376420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Тема">
            <a:extLst xmlns:a="http://schemas.openxmlformats.org/drawingml/2006/main">
              <a:ext uri="{FF2B5EF4-FFF2-40B4-BE49-F238E27FC236}">
                <a16:creationId xmlns:a16="http://schemas.microsoft.com/office/drawing/2014/main" id="{963CE33A-C01E-47A9-92D8-DC339D64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цвет и система иллюстраций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7DFD7ED0-3DE7-4E68-99D2-B737003F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53DF586D-915B-4DA5-AE85-BD86D78F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Section-illustrations</a:t>
            </a:r>
          </a:p>
        </p:txBody>
      </p:sp>
      <p:sp>
        <p:nvSpPr>
          <p:cNvPr id="4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E6C8FA90-C727-41A7-B141-37FE4D35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5360B-4D16-4D5F-B16B-51C2EC3F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77C870-C121-4B98-B694-02B12840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9C036B32-E6B9-40B5-B6D1-C3C9061F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П041 · Illustrator: цвет и визуальный язык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DA3260F1-20F0-43F4-A739-170F9B10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131629d8bd473d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0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2CE2A713-989D-493C-8C81-82D6D9C0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1" name="Признак 1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A51F3C6D-79AD-4333-93E9-1C289B5F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1: что можно увидеть и проверить.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95b1c61c4c4b7c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432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3" name="Система иллюстраций для сайта">
            <a:extLst xmlns:a="http://schemas.openxmlformats.org/drawingml/2006/main">
              <a:ext uri="{FF2B5EF4-FFF2-40B4-BE49-F238E27FC236}">
                <a16:creationId xmlns:a16="http://schemas.microsoft.com/office/drawing/2014/main" id="{72370E24-9B7C-492A-A523-09152CDB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Система иллюстраций для сайта</a:t>
            </a:r>
          </a:p>
        </p:txBody>
      </p:sp>
      <p:sp>
        <p:nvSpPr>
          <p:cNvPr id="14" name="Признак 2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1E209E55-4D43-43D8-8B8D-72983954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2: что можно увидеть и проверить.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1a63f157ae4ae7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74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6" name="2 небольшие иллюстрации для…">
            <a:extLst xmlns:a="http://schemas.openxmlformats.org/drawingml/2006/main">
              <a:ext uri="{FF2B5EF4-FFF2-40B4-BE49-F238E27FC236}">
                <a16:creationId xmlns:a16="http://schemas.microsoft.com/office/drawing/2014/main" id="{EA86DC07-DBEC-44F0-BC22-1AF9EDB4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 небольшие иллюстрации для внутренних блоков сайта</a:t>
            </a:r>
          </a:p>
        </p:txBody>
      </p:sp>
      <p:sp>
        <p:nvSpPr>
          <p:cNvPr id="17" name="Признак 3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F8CA0829-B3AC-4FC8-BABE-E3063D04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3: что можно увидеть и проверить.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6a3ef4bf4042da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15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9" name="Берём те же предметы и правила">
            <a:extLst xmlns:a="http://schemas.openxmlformats.org/drawingml/2006/main">
              <a:ext uri="{FF2B5EF4-FFF2-40B4-BE49-F238E27FC236}">
                <a16:creationId xmlns:a16="http://schemas.microsoft.com/office/drawing/2014/main" id="{81040DCF-29A5-4016-8A6F-A9F39DF3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Берём те же предметы и правила</a:t>
            </a:r>
          </a:p>
        </p:txBody>
      </p:sp>
      <p:sp>
        <p:nvSpPr>
          <p:cNvPr id="20" name="Признак 4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7AF55135-1DE0-4EFE-82ED-11AFC1D4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4: что можно увидеть и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6137921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77295A7D-72C8-4DEE-8C74-C1C3C550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цвет и система иллюстраций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1478B7DE-0D5F-4E80-9645-E979CFC2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6CC037EE-DE3F-43C8-AFBE-9BDC5556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Stroke и shadow shapes</a:t>
            </a:r>
          </a:p>
        </p:txBody>
      </p:sp>
      <p:sp>
        <p:nvSpPr>
          <p:cNvPr id="4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DFFA106D-6C39-41EC-80D6-38B12993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25CED-6538-4370-9E28-0FE4FEDA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2B200-F6F1-41AB-A7DC-4ED34845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BD29D662-075E-49F5-A040-70127E8F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П041 · Illustrator: цвет и визуальный язык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28375D87-EC10-4274-805B-A41879DD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d22b856424b27"/>
          <a:srcRect xmlns:a="http://schemas.openxmlformats.org/drawingml/2006/main" l="0" t="12593" r="0" b="125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08C85B1E-1E45-4ADD-AE12-F97D8B12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38C87923-2522-4CE2-8FDF-D8BE812C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32a901af3d44cd"/>
          <a:srcRect xmlns:a="http://schemas.openxmlformats.org/drawingml/2006/main" l="0" t="12593" r="0" b="125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Система иллюстраций для сайта">
            <a:extLst xmlns:a="http://schemas.openxmlformats.org/drawingml/2006/main">
              <a:ext uri="{FF2B5EF4-FFF2-40B4-BE49-F238E27FC236}">
                <a16:creationId xmlns:a16="http://schemas.microsoft.com/office/drawing/2014/main" id="{F965178F-B1A8-4BAC-8DBA-9C77F384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Система иллюстраций для сайта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3EA450F3-3B99-427A-85F1-4DD7B242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20703362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Тема">
            <a:extLst xmlns:a="http://schemas.openxmlformats.org/drawingml/2006/main">
              <a:ext uri="{FF2B5EF4-FFF2-40B4-BE49-F238E27FC236}">
                <a16:creationId xmlns:a16="http://schemas.microsoft.com/office/drawing/2014/main" id="{476675D6-9A42-4071-9CB7-4949DD6A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цвет и система иллюстраций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823DE6B4-AB5E-449F-A23B-2D20417A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A805FEE2-92FA-4205-85A2-A6416F31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Контраст и читаемость</a:t>
            </a:r>
          </a:p>
        </p:txBody>
      </p:sp>
      <p:sp>
        <p:nvSpPr>
          <p:cNvPr id="4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90785036-B9CF-4D44-89E1-C764F039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29C8CD-A7B0-42E1-8C74-0274B040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B06B4-3474-4ADE-BF67-C88723B1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CF9ABCBC-7834-4270-B91A-B3880F04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П041 · Illustrator: цвет и визуальный язык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CDD81A28-6196-4E31-A710-051C90F7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99303e1a6941b1"/>
          <a:srcRect xmlns:a="http://schemas.openxmlformats.org/drawingml/2006/main" l="7413" t="0" r="74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86000"/>
            <a:ext cx="47625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AB210E-F995-4B13-BD5F-E0C585E2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2968C3-3144-4620-94CC-769C2D56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10A4525F-4309-4B2D-B73D-DF94CC5B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4D611630-05A0-48CA-8F89-FE482C76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F7DEE6-3652-434E-B5C9-90229FB7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58B9E4-5C97-45AC-9F37-A9F70533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F4D513F1-F9AF-4256-842D-D50F103A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Система иллюстраций для сайта">
            <a:extLst xmlns:a="http://schemas.openxmlformats.org/drawingml/2006/main">
              <a:ext uri="{FF2B5EF4-FFF2-40B4-BE49-F238E27FC236}">
                <a16:creationId xmlns:a16="http://schemas.microsoft.com/office/drawing/2014/main" id="{31E8575C-B7D6-4C3A-A88D-4F1633C3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Система иллюстраций для сайта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AE7282-D1B8-42F5-A0E2-B0F3676D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C9407D-6692-4A43-8590-558C3EBE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3">
            <a:extLst xmlns:a="http://schemas.openxmlformats.org/drawingml/2006/main">
              <a:ext uri="{FF2B5EF4-FFF2-40B4-BE49-F238E27FC236}">
                <a16:creationId xmlns:a16="http://schemas.microsoft.com/office/drawing/2014/main" id="{9B24A337-47D9-4F9D-933E-1C388C1F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Проверить на светлом и тёмном фоне">
            <a:extLst xmlns:a="http://schemas.openxmlformats.org/drawingml/2006/main">
              <a:ext uri="{FF2B5EF4-FFF2-40B4-BE49-F238E27FC236}">
                <a16:creationId xmlns:a16="http://schemas.microsoft.com/office/drawing/2014/main" id="{03CDB6F7-179B-4353-B1E4-93DD7277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Проверить на светлом и тёмном фоне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09350B-2B14-4767-8590-FDA1A023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91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EF6B01-C320-4B3C-B504-66BB1CF0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67BB17E1-82C3-48A2-849B-AF755674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Не терять ключевые детали">
            <a:extLst xmlns:a="http://schemas.openxmlformats.org/drawingml/2006/main">
              <a:ext uri="{FF2B5EF4-FFF2-40B4-BE49-F238E27FC236}">
                <a16:creationId xmlns:a16="http://schemas.microsoft.com/office/drawing/2014/main" id="{8797A6FD-D2CD-4EBF-921B-D6B42401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Не терять ключевые детали</a:t>
            </a:r>
          </a:p>
        </p:txBody>
      </p:sp>
    </p:spTree>
    <p:extLst>
      <p:ext uri="{BB962C8B-B14F-4D97-AF65-F5344CB8AC3E}">
        <p14:creationId xmlns:p14="http://schemas.microsoft.com/office/powerpoint/2010/main" val="18565520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Тема">
            <a:extLst xmlns:a="http://schemas.openxmlformats.org/drawingml/2006/main">
              <a:ext uri="{FF2B5EF4-FFF2-40B4-BE49-F238E27FC236}">
                <a16:creationId xmlns:a16="http://schemas.microsoft.com/office/drawing/2014/main" id="{8156AC79-DE06-4400-9FBE-D1A6519E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цвет и система иллюстраций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777FBAA1-7DDD-4293-A641-E0E57478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0A674477-5110-4742-888E-CCC80BC9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Global color test</a:t>
            </a:r>
          </a:p>
        </p:txBody>
      </p:sp>
      <p:sp>
        <p:nvSpPr>
          <p:cNvPr id="4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88902000-5DFC-4035-9FBE-178C2F09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17AF40-57F0-459F-8923-DA48F531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9318D-C4E8-40F8-B99C-786D8474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33C6D5B5-1AB2-4879-AC37-8F12A705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П041 · Illustrator: цвет и визуальный язык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3CBF61AD-36EF-4B88-A8F0-83150BF4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ad51f6c0a04140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0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A503ADF2-F35F-470C-A0C7-79DE81D6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1" name="Признак 1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955C1FA0-4F0F-4A7C-B314-45372403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1: что можно увидеть и проверить.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5e68fcd2eb466e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432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3" name="Система иллюстраций для сайта">
            <a:extLst xmlns:a="http://schemas.openxmlformats.org/drawingml/2006/main">
              <a:ext uri="{FF2B5EF4-FFF2-40B4-BE49-F238E27FC236}">
                <a16:creationId xmlns:a16="http://schemas.microsoft.com/office/drawing/2014/main" id="{C27D2185-C0F2-4E66-B89A-22418A33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Система иллюстраций для сайта</a:t>
            </a:r>
          </a:p>
        </p:txBody>
      </p:sp>
      <p:sp>
        <p:nvSpPr>
          <p:cNvPr id="14" name="Признак 2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260853EB-8222-4061-9B27-2838487B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2: что можно увидеть и проверить.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7c904064b54380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74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6" name="Меняем один swatch">
            <a:extLst xmlns:a="http://schemas.openxmlformats.org/drawingml/2006/main">
              <a:ext uri="{FF2B5EF4-FFF2-40B4-BE49-F238E27FC236}">
                <a16:creationId xmlns:a16="http://schemas.microsoft.com/office/drawing/2014/main" id="{A0794235-307E-48AD-B798-EEDA169D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Меняем один swatch</a:t>
            </a:r>
          </a:p>
        </p:txBody>
      </p:sp>
      <p:sp>
        <p:nvSpPr>
          <p:cNvPr id="17" name="Признак 3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B2EA64D7-AFA4-491D-865E-50895DAB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3: что можно увидеть и проверить.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f4ce3d7e674bc5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15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9" name="Проверяем, что связанные элементы…">
            <a:extLst xmlns:a="http://schemas.openxmlformats.org/drawingml/2006/main">
              <a:ext uri="{FF2B5EF4-FFF2-40B4-BE49-F238E27FC236}">
                <a16:creationId xmlns:a16="http://schemas.microsoft.com/office/drawing/2014/main" id="{783F2BFE-3FBA-40F1-9853-68BC7E27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Проверяем, что связанные элементы обновились</a:t>
            </a:r>
          </a:p>
        </p:txBody>
      </p:sp>
      <p:sp>
        <p:nvSpPr>
          <p:cNvPr id="20" name="Признак 4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BAB871E3-E9B3-4A66-A92E-87F4C89B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4: что можно увидеть и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18001157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FA149249-6B69-4FF1-A7CA-AD19EACC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цвет и система иллюстраций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5A3DFA62-288D-40C7-95B1-D33AD7AF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3A34B016-357B-4B99-8FBA-0B9FAB83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Критика палитры</a:t>
            </a:r>
          </a:p>
        </p:txBody>
      </p:sp>
      <p:sp>
        <p:nvSpPr>
          <p:cNvPr id="4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D3E1DF8A-1C9A-4556-8426-353B75CF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1036D1-F8A8-4C8F-BAAE-7AF4AEB5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B768D1-4CBF-45AF-906A-79A5ED5B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4D98634D-83BF-4438-89E9-6C687AA9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П041 · Illustrator: цвет и визуальный язык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D5774E0B-5972-4E48-ADB1-EC3649EB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1fea007a2f4d46"/>
          <a:srcRect xmlns:a="http://schemas.openxmlformats.org/drawingml/2006/main" l="0" t="12593" r="0" b="125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08A3628F-29C6-4F31-BD41-1320AFD9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7417D1AA-D318-46AF-AFAC-1D3860F3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8d8f8c75d74e83"/>
          <a:srcRect xmlns:a="http://schemas.openxmlformats.org/drawingml/2006/main" l="0" t="12593" r="0" b="125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Система иллюстраций для сайта">
            <a:extLst xmlns:a="http://schemas.openxmlformats.org/drawingml/2006/main">
              <a:ext uri="{FF2B5EF4-FFF2-40B4-BE49-F238E27FC236}">
                <a16:creationId xmlns:a16="http://schemas.microsoft.com/office/drawing/2014/main" id="{EA4517CD-6C15-4944-9BBD-842D2FD2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Система иллюстраций для сайта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4569A4C3-8866-476C-84EB-42C06926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2425660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Тема">
            <a:extLst xmlns:a="http://schemas.openxmlformats.org/drawingml/2006/main">
              <a:ext uri="{FF2B5EF4-FFF2-40B4-BE49-F238E27FC236}">
                <a16:creationId xmlns:a16="http://schemas.microsoft.com/office/drawing/2014/main" id="{78715183-C943-43A5-B7CD-81CE97C5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цвет и система иллюстраций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39CABB63-EC62-4EE9-BA8F-EE4B1F2E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E35AB1BC-4B18-4EBF-AEA3-CD3DF1FE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Итог занятия</a:t>
            </a:r>
          </a:p>
        </p:txBody>
      </p:sp>
      <p:sp>
        <p:nvSpPr>
          <p:cNvPr id="4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67D45969-70C6-4557-820D-43FA9BDC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ACF2D-2B5D-4AE1-83F3-5BC07E84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A3BF8-AB3A-42AD-B5C1-49D66431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954E1774-7BB4-4D6C-8B11-BB0873AE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П041 · Illustrator: цвет и визуальный язык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6C3BF654-9F89-4F0F-BD0E-37B03F50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125bddff1f44fd"/>
          <a:srcRect xmlns:a="http://schemas.openxmlformats.org/drawingml/2006/main" l="7413" t="0" r="74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86000"/>
            <a:ext cx="47625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4D1745-BDF1-47D4-B677-C1D6C47C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1807E7-4337-4CDB-AEAC-3632935E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AF5D05D0-FBBF-4AAE-A5D5-1F74236F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ED9B6631-3666-4E24-AFB0-73A385EB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4C71EC-CC2E-48D3-ABA3-1274C1AB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7DD9D8-F549-4D7B-A29B-F191B32F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70C63DB5-9000-4826-84D4-3018FCFF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Система иллюстраций для сайта">
            <a:extLst xmlns:a="http://schemas.openxmlformats.org/drawingml/2006/main">
              <a:ext uri="{FF2B5EF4-FFF2-40B4-BE49-F238E27FC236}">
                <a16:creationId xmlns:a16="http://schemas.microsoft.com/office/drawing/2014/main" id="{D087544F-2736-44B5-BC4D-8A788C12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Система иллюстраций для сайта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6442D5-E58C-4584-8448-8BE4A567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61E6F6-8630-4D16-B12C-29A8AFCF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3">
            <a:extLst xmlns:a="http://schemas.openxmlformats.org/drawingml/2006/main">
              <a:ext uri="{FF2B5EF4-FFF2-40B4-BE49-F238E27FC236}">
                <a16:creationId xmlns:a16="http://schemas.microsoft.com/office/drawing/2014/main" id="{27A4A94C-6FCD-418D-B56A-B0D7669D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Hero приведён к цветовой системе">
            <a:extLst xmlns:a="http://schemas.openxmlformats.org/drawingml/2006/main">
              <a:ext uri="{FF2B5EF4-FFF2-40B4-BE49-F238E27FC236}">
                <a16:creationId xmlns:a16="http://schemas.microsoft.com/office/drawing/2014/main" id="{A61BCA84-90B0-4BD3-80E6-116C0E28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Hero приведён к цветовой системе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22D206-B1EF-4C65-A72A-B0244BDE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91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B04232-9DC9-438D-89AE-BC283B25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3DC73143-8BD4-4DEE-833F-630E8E10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Есть 4–6 swatches и две…">
            <a:extLst xmlns:a="http://schemas.openxmlformats.org/drawingml/2006/main">
              <a:ext uri="{FF2B5EF4-FFF2-40B4-BE49-F238E27FC236}">
                <a16:creationId xmlns:a16="http://schemas.microsoft.com/office/drawing/2014/main" id="{A03DFDF0-A415-45A3-9419-9972D5F0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Есть 4–6 swatches и две section-illustrations</a:t>
            </a:r>
          </a:p>
        </p:txBody>
      </p:sp>
    </p:spTree>
    <p:extLst>
      <p:ext uri="{BB962C8B-B14F-4D97-AF65-F5344CB8AC3E}">
        <p14:creationId xmlns:p14="http://schemas.microsoft.com/office/powerpoint/2010/main" val="16694744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2026-09-13T13:18:48.4230000Z</dcterms:created>
  <dcterms:modified xsi:type="dcterms:W3CDTF">2026-09-13T13:18:48.4230000Z</dcterms:modified>
</coreProperties>
</file>