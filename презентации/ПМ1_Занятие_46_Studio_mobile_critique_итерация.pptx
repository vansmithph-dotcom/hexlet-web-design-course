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d40c58e1d49a7" /><Relationship Type="http://schemas.openxmlformats.org/officeDocument/2006/relationships/extended-properties" Target="/docProps/app.xml" Id="R9e72adbd62664b03" /><Relationship Type="http://schemas.openxmlformats.org/officeDocument/2006/relationships/officeDocument" Target="/ppt/presentation.xml" Id="R405ce31154a640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4a7291d254104"/>
  </p:sldMasterIdLst>
  <p:notesMasterIdLst>
    <p:notesMasterId xmlns:r="http://schemas.openxmlformats.org/officeDocument/2006/relationships" r:id="R903cd6b09ac64d0a"/>
  </p:notesMasterIdLst>
  <p:sldIdLst>
    <p:sldId xmlns:r="http://schemas.openxmlformats.org/officeDocument/2006/relationships" id="256" r:id="Rc7aa2bdfec044006"/>
    <p:sldId xmlns:r="http://schemas.openxmlformats.org/officeDocument/2006/relationships" id="257" r:id="Rcab9325797e6407c"/>
    <p:sldId xmlns:r="http://schemas.openxmlformats.org/officeDocument/2006/relationships" id="258" r:id="R303821553f384200"/>
    <p:sldId xmlns:r="http://schemas.openxmlformats.org/officeDocument/2006/relationships" id="259" r:id="Re05b2d4fbfff4d9b"/>
    <p:sldId xmlns:r="http://schemas.openxmlformats.org/officeDocument/2006/relationships" id="260" r:id="Raea4d23134064d00"/>
    <p:sldId xmlns:r="http://schemas.openxmlformats.org/officeDocument/2006/relationships" id="261" r:id="R01504347f0004570"/>
    <p:sldId xmlns:r="http://schemas.openxmlformats.org/officeDocument/2006/relationships" id="262" r:id="R2f99562385b64438"/>
    <p:sldId xmlns:r="http://schemas.openxmlformats.org/officeDocument/2006/relationships" id="263" r:id="Rf8e03b47256a49de"/>
    <p:sldId xmlns:r="http://schemas.openxmlformats.org/officeDocument/2006/relationships" id="264" r:id="R45f41ce0c42846b5"/>
    <p:sldId xmlns:r="http://schemas.openxmlformats.org/officeDocument/2006/relationships" id="265" r:id="Rf40e5c39c0f14b83"/>
    <p:sldId xmlns:r="http://schemas.openxmlformats.org/officeDocument/2006/relationships" id="266" r:id="R62d74035aa504c99"/>
    <p:sldId xmlns:r="http://schemas.openxmlformats.org/officeDocument/2006/relationships" id="267" r:id="R68a729b4b54748cd"/>
    <p:sldId xmlns:r="http://schemas.openxmlformats.org/officeDocument/2006/relationships" id="268" r:id="R625aebee097341d6"/>
    <p:sldId xmlns:r="http://schemas.openxmlformats.org/officeDocument/2006/relationships" id="269" r:id="R52d591c197fe4619"/>
    <p:sldId xmlns:r="http://schemas.openxmlformats.org/officeDocument/2006/relationships" id="270" r:id="Rfe77af18527f48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e75819ae804a29" /><Relationship Type="http://schemas.openxmlformats.org/officeDocument/2006/relationships/slideMaster" Target="/ppt/slideMasters/slideMaster1.xml" Id="R6204a7291d254104" /><Relationship Type="http://schemas.openxmlformats.org/officeDocument/2006/relationships/notesMaster" Target="/ppt/notesMasters/notesMaster1.xml" Id="R903cd6b09ac64d0a" /><Relationship Type="http://schemas.openxmlformats.org/officeDocument/2006/relationships/presProps" Target="/ppt/presProps.xml" Id="Rdb63dc56dad446fe" /><Relationship Type="http://schemas.openxmlformats.org/officeDocument/2006/relationships/tableStyles" Target="/ppt/tableStyles.xml" Id="Ra4d7dec3c2d34e98" /><Relationship Type="http://schemas.openxmlformats.org/officeDocument/2006/relationships/slide" Target="/ppt/slides/slide1.xml" Id="Rc7aa2bdfec044006" /><Relationship Type="http://schemas.openxmlformats.org/officeDocument/2006/relationships/slide" Target="/ppt/slides/slide2.xml" Id="Rcab9325797e6407c" /><Relationship Type="http://schemas.openxmlformats.org/officeDocument/2006/relationships/slide" Target="/ppt/slides/slide3.xml" Id="R303821553f384200" /><Relationship Type="http://schemas.openxmlformats.org/officeDocument/2006/relationships/slide" Target="/ppt/slides/slide4.xml" Id="Re05b2d4fbfff4d9b" /><Relationship Type="http://schemas.openxmlformats.org/officeDocument/2006/relationships/slide" Target="/ppt/slides/slide5.xml" Id="Raea4d23134064d00" /><Relationship Type="http://schemas.openxmlformats.org/officeDocument/2006/relationships/slide" Target="/ppt/slides/slide6.xml" Id="R01504347f0004570" /><Relationship Type="http://schemas.openxmlformats.org/officeDocument/2006/relationships/slide" Target="/ppt/slides/slide7.xml" Id="R2f99562385b64438" /><Relationship Type="http://schemas.openxmlformats.org/officeDocument/2006/relationships/slide" Target="/ppt/slides/slide8.xml" Id="Rf8e03b47256a49de" /><Relationship Type="http://schemas.openxmlformats.org/officeDocument/2006/relationships/slide" Target="/ppt/slides/slide9.xml" Id="R45f41ce0c42846b5" /><Relationship Type="http://schemas.openxmlformats.org/officeDocument/2006/relationships/slide" Target="/ppt/slides/slide10.xml" Id="Rf40e5c39c0f14b83" /><Relationship Type="http://schemas.openxmlformats.org/officeDocument/2006/relationships/slide" Target="/ppt/slides/slide11.xml" Id="R62d74035aa504c99" /><Relationship Type="http://schemas.openxmlformats.org/officeDocument/2006/relationships/slide" Target="/ppt/slides/slide12.xml" Id="R68a729b4b54748cd" /><Relationship Type="http://schemas.openxmlformats.org/officeDocument/2006/relationships/slide" Target="/ppt/slides/slide13.xml" Id="R625aebee097341d6" /><Relationship Type="http://schemas.openxmlformats.org/officeDocument/2006/relationships/slide" Target="/ppt/slides/slide14.xml" Id="R52d591c197fe4619" /><Relationship Type="http://schemas.openxmlformats.org/officeDocument/2006/relationships/slide" Target="/ppt/slides/slide15.xml" Id="Rfe77af18527f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a513dc962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d5a560361462b" /><Relationship Type="http://schemas.openxmlformats.org/officeDocument/2006/relationships/notesMaster" Target="/ppt/notesMasters/notesMaster1.xml" Id="R55cdee6e4d6444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717fa35a8453a" /><Relationship Type="http://schemas.openxmlformats.org/officeDocument/2006/relationships/notesMaster" Target="/ppt/notesMasters/notesMaster1.xml" Id="R9fb0837bc586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60bded2a74749" /><Relationship Type="http://schemas.openxmlformats.org/officeDocument/2006/relationships/notesMaster" Target="/ppt/notesMasters/notesMaster1.xml" Id="R276cd9afb5bb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c298da604495b" /><Relationship Type="http://schemas.openxmlformats.org/officeDocument/2006/relationships/notesMaster" Target="/ppt/notesMasters/notesMaster1.xml" Id="R794281ebe4ab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854057c29a4ef4" /><Relationship Type="http://schemas.openxmlformats.org/officeDocument/2006/relationships/notesMaster" Target="/ppt/notesMasters/notesMaster1.xml" Id="Rd02a9fb1014b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bdf532cdd1429a" /><Relationship Type="http://schemas.openxmlformats.org/officeDocument/2006/relationships/notesMaster" Target="/ppt/notesMasters/notesMaster1.xml" Id="R5fdae385fb9a48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6770d12a140c1" /><Relationship Type="http://schemas.openxmlformats.org/officeDocument/2006/relationships/notesMaster" Target="/ppt/notesMasters/notesMaster1.xml" Id="Rb7a4cb13e1af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12048aef046b2" /><Relationship Type="http://schemas.openxmlformats.org/officeDocument/2006/relationships/notesMaster" Target="/ppt/notesMasters/notesMaster1.xml" Id="Rd9f9080a5a90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17bfd6a89b4c3f" /><Relationship Type="http://schemas.openxmlformats.org/officeDocument/2006/relationships/notesMaster" Target="/ppt/notesMasters/notesMaster1.xml" Id="R8f9bb6b446f94c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f0580d46744ab" /><Relationship Type="http://schemas.openxmlformats.org/officeDocument/2006/relationships/notesMaster" Target="/ppt/notesMasters/notesMaster1.xml" Id="Ra53c8608b4c149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0c07b51334dd3" /><Relationship Type="http://schemas.openxmlformats.org/officeDocument/2006/relationships/notesMaster" Target="/ppt/notesMasters/notesMaster1.xml" Id="Rba3cdae35a51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35a0dea4e5464d" /><Relationship Type="http://schemas.openxmlformats.org/officeDocument/2006/relationships/notesMaster" Target="/ppt/notesMasters/notesMaster1.xml" Id="R7e69caab3f3244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9edd54c93942bc" /><Relationship Type="http://schemas.openxmlformats.org/officeDocument/2006/relationships/notesMaster" Target="/ppt/notesMasters/notesMaster1.xml" Id="Rf85966eb28084b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33f0863ccd4b39" /><Relationship Type="http://schemas.openxmlformats.org/officeDocument/2006/relationships/notesMaster" Target="/ppt/notesMasters/notesMaster1.xml" Id="R4f9c1a1597484e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a2c71c80d2420c" /><Relationship Type="http://schemas.openxmlformats.org/officeDocument/2006/relationships/notesMaster" Target="/ppt/notesMasters/notesMaster1.xml" Id="R5cc351971075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единая обложка серии РО 1.1.</a:t>
            </a:r>
          </a:p>
          <a:p xmlns:a="http://schemas.openxmlformats.org/drawingml/2006/main">
            <a:r>
              <a:t>Alt-текст: рабочее место дизайнера с монитором, графическими материалами и видом на город.</a:t>
            </a:r>
          </a:p>
          <a:p xmlns:a="http://schemas.openxmlformats.org/drawingml/2006/main">
            <a:r>
              <a:t>Источник: обязательный hero серии ПМ1, учебное изображение, созданное ИИ через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«Mobile меняет приоритеты».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«Mobile меняет приоритеты».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46-01.png.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Посетитель смотрит музейную страницу на телефоне в затемнённой галерее рядом с настенной проекцией.</a:t>
            </a:r>
          </a:p>
          <a:p xmlns:a="http://schemas.openxmlformats.org/drawingml/2006/main">
            <a:r>
              <a:t>2. Вертикальный световой короб как первый экран мобильной композиции.</a:t>
            </a:r>
          </a:p>
          <a:p xmlns:a="http://schemas.openxmlformats.org/drawingml/2006/main">
            <a:r>
              <a:t>3. Один предмет по-разному кадрирован физическими горизонтальной и вертикальной рамами.</a:t>
            </a:r>
          </a:p>
          <a:p xmlns:a="http://schemas.openxmlformats.org/drawingml/2006/main">
            <a:r>
              <a:t>4. Перегруженная сувенирная доска рядом с чистым вертикальным постером.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«Результат занятия».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«Результат занятия».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46-02.png.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Посетитель смотрит музейную страницу на телефоне в затемнённой галерее рядом с настенной проекцией.</a:t>
            </a:r>
          </a:p>
          <a:p xmlns:a="http://schemas.openxmlformats.org/drawingml/2006/main">
            <a:r>
              <a:t>2. Вертикальный световой короб как первый экран мобильной композиции.</a:t>
            </a:r>
          </a:p>
          <a:p xmlns:a="http://schemas.openxmlformats.org/drawingml/2006/main">
            <a:r>
              <a:t>3. Один предмет по-разному кадрирован физическими горизонтальной и вертикальной рамами.</a:t>
            </a:r>
          </a:p>
          <a:p xmlns:a="http://schemas.openxmlformats.org/drawingml/2006/main">
            <a:r>
              <a:t>4. Перегруженная сувенирная доска рядом с чистым вертикальным постером.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«Что сохраняется».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«Что сохраняется».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46-03.png.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Посетитель смотрит музейную страницу на телефоне в затемнённой галерее рядом с настенной проекцией.</a:t>
            </a:r>
          </a:p>
          <a:p xmlns:a="http://schemas.openxmlformats.org/drawingml/2006/main">
            <a:r>
              <a:t>2. Вертикальный световой короб как первый экран мобильной композиции.</a:t>
            </a:r>
          </a:p>
          <a:p xmlns:a="http://schemas.openxmlformats.org/drawingml/2006/main">
            <a:r>
              <a:t>3. Один предмет по-разному кадрирован физическими горизонтальной и вертикальной рамами.</a:t>
            </a:r>
          </a:p>
          <a:p xmlns:a="http://schemas.openxmlformats.org/drawingml/2006/main">
            <a:r>
              <a:t>4. Перегруженная сувенирная доска рядом с чистым вертикальным постером.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«Показ преподавателя».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«Показ преподавателя».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46-04.png.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Посетитель смотрит музейную страницу на телефоне в затемнённой галерее рядом с настенной проекцией.</a:t>
            </a:r>
          </a:p>
          <a:p xmlns:a="http://schemas.openxmlformats.org/drawingml/2006/main">
            <a:r>
              <a:t>2. Вертикальный световой короб как первый экран мобильной композиции.</a:t>
            </a:r>
          </a:p>
          <a:p xmlns:a="http://schemas.openxmlformats.org/drawingml/2006/main">
            <a:r>
              <a:t>3. Один предмет по-разному кадрирован физическими горизонтальной и вертикальной рамами.</a:t>
            </a:r>
          </a:p>
          <a:p xmlns:a="http://schemas.openxmlformats.org/drawingml/2006/main">
            <a:r>
              <a:t>4. Перегруженная сувенирная доска рядом с чистым вертикальным постером.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«Практика: mobile 390».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«Практика: mobile 390».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46-05.png.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Коралловая прозрачная плёнка с условными отметками поверх отпечатка.</a:t>
            </a:r>
          </a:p>
          <a:p xmlns:a="http://schemas.openxmlformats.org/drawingml/2006/main">
            <a:r>
              <a:t>2. Посетитель тестирует мобильный гид среди экспонатов, без ноутбуков.</a:t>
            </a:r>
          </a:p>
          <a:p xmlns:a="http://schemas.openxmlformats.org/drawingml/2006/main">
            <a:r>
              <a:t>3. Три физических состояния постера: исходное, отмеченное, исправленное.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«Тест без объяснений».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«Тест без объяснений».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46-06.png.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Коралловая прозрачная плёнка с условными отметками поверх отпечатка.</a:t>
            </a:r>
          </a:p>
          <a:p xmlns:a="http://schemas.openxmlformats.org/drawingml/2006/main">
            <a:r>
              <a:t>2. Посетитель тестирует мобильный гид среди экспонатов, без ноутбуков.</a:t>
            </a:r>
          </a:p>
          <a:p xmlns:a="http://schemas.openxmlformats.org/drawingml/2006/main">
            <a:r>
              <a:t>3. Три физических состояния постера: исходное, отмеченное, исправленное.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«Типичные ошибки».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П46; визуально раскрывает тему «Типичные ошибки».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46-07.png.</a:t>
            </a:r>
          </a:p>
          <a:p xmlns:a="http://schemas.openxmlformats.org/drawingml/2006/main">
            <a:r>
              <a:t>Полный промпт: Контактный лист 2×2, созданный специально для П46.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P46-B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Коралловая прозрачная плёнка с условными отметками поверх отпечатка.</a:t>
            </a:r>
          </a:p>
          <a:p xmlns:a="http://schemas.openxmlformats.org/drawingml/2006/main">
            <a:r>
              <a:t>2. Посетитель тестирует мобильный гид среди экспонатов, без ноутбуков.</a:t>
            </a:r>
          </a:p>
          <a:p xmlns:a="http://schemas.openxmlformats.org/drawingml/2006/main">
            <a:r>
              <a:t>3. Три физических состояния постера: исходное, отмеченное, исправленное.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8b0417d19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b7aaa98474aa6" /><Relationship Type="http://schemas.openxmlformats.org/officeDocument/2006/relationships/slideLayout" Target="/ppt/slideLayouts/slideLayout1.xml" Id="Rda7942ecc3eb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7942ecc3eb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8034da8ee467e" /><Relationship Type="http://schemas.openxmlformats.org/officeDocument/2006/relationships/image" Target="/ppt/media/image.png" Id="R45723d03b71e4bc0" /><Relationship Type="http://schemas.openxmlformats.org/officeDocument/2006/relationships/notesSlide" Target="/ppt/notesSlides/notesSlide1.xml" Id="R853c3879ac57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e0e1a29b34e95" /><Relationship Type="http://schemas.openxmlformats.org/officeDocument/2006/relationships/image" Target="/ppt/media/image2.png" Id="R17d8d083188e4ef1" /><Relationship Type="http://schemas.openxmlformats.org/officeDocument/2006/relationships/notesSlide" Target="/ppt/notesSlides/notesSlide2.xml" Id="Ra6e8b522097147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7741486864e01" /><Relationship Type="http://schemas.openxmlformats.org/officeDocument/2006/relationships/image" Target="/ppt/media/image3.png" Id="Rb4fc2277ad9d4b2a" /><Relationship Type="http://schemas.openxmlformats.org/officeDocument/2006/relationships/notesSlide" Target="/ppt/notesSlides/notesSlide3.xml" Id="Radb4f085ea5f4d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3de5f107a4af5" /><Relationship Type="http://schemas.openxmlformats.org/officeDocument/2006/relationships/notesSlide" Target="/ppt/notesSlides/notesSlide4.xml" Id="Rc75f11f7ff4a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d5d61805471b" /><Relationship Type="http://schemas.openxmlformats.org/officeDocument/2006/relationships/image" Target="/ppt/media/image4.png" Id="R4e98741266564c47" /><Relationship Type="http://schemas.openxmlformats.org/officeDocument/2006/relationships/notesSlide" Target="/ppt/notesSlides/notesSlide5.xml" Id="R7b4e2c251daa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f7d0a5ae416b" /><Relationship Type="http://schemas.openxmlformats.org/officeDocument/2006/relationships/notesSlide" Target="/ppt/notesSlides/notesSlide6.xml" Id="R60acd1cb5e0d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bcad722334a71" /><Relationship Type="http://schemas.openxmlformats.org/officeDocument/2006/relationships/image" Target="/ppt/media/image5.png" Id="Rc19d3fc9ab374451" /><Relationship Type="http://schemas.openxmlformats.org/officeDocument/2006/relationships/notesSlide" Target="/ppt/notesSlides/notesSlide7.xml" Id="R3200736379e2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d7d6e54c3459e" /><Relationship Type="http://schemas.openxmlformats.org/officeDocument/2006/relationships/notesSlide" Target="/ppt/notesSlides/notesSlide8.xml" Id="R7a1311a75a1c41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4ee88a36c42f2" /><Relationship Type="http://schemas.openxmlformats.org/officeDocument/2006/relationships/image" Target="/ppt/media/image6.png" Id="R64337a2d7e054b09" /><Relationship Type="http://schemas.openxmlformats.org/officeDocument/2006/relationships/notesSlide" Target="/ppt/notesSlides/notesSlide9.xml" Id="Raf1b84ac2c2d47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93d0246841c6" /><Relationship Type="http://schemas.openxmlformats.org/officeDocument/2006/relationships/notesSlide" Target="/ppt/notesSlides/notesSlide10.xml" Id="R58291943c3dc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0f8ca98494268" /><Relationship Type="http://schemas.openxmlformats.org/officeDocument/2006/relationships/image" Target="/ppt/media/image7.png" Id="R5b91dfb96397445b" /><Relationship Type="http://schemas.openxmlformats.org/officeDocument/2006/relationships/notesSlide" Target="/ppt/notesSlides/notesSlide11.xml" Id="R7065074d28db49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1ba3557d404c" /><Relationship Type="http://schemas.openxmlformats.org/officeDocument/2006/relationships/notesSlide" Target="/ppt/notesSlides/notesSlide12.xml" Id="Rbc9043ff300246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08da763b342ce" /><Relationship Type="http://schemas.openxmlformats.org/officeDocument/2006/relationships/image" Target="/ppt/media/image8.png" Id="R21f0e5280f2940e3" /><Relationship Type="http://schemas.openxmlformats.org/officeDocument/2006/relationships/notesSlide" Target="/ppt/notesSlides/notesSlide13.xml" Id="R61173108b9b24e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c7d645df439a" /><Relationship Type="http://schemas.openxmlformats.org/officeDocument/2006/relationships/notesSlide" Target="/ppt/notesSlides/notesSlide14.xml" Id="Rde0a37e2f53a41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b5a643e3f4ea0" /><Relationship Type="http://schemas.openxmlformats.org/officeDocument/2006/relationships/notesSlide" Target="/ppt/notesSlides/notesSlide15.xml" Id="Rfe63afe9aaeb43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23d03b71e4bc0"/>
          <a:srcRect xmlns:a="http://schemas.openxmlformats.org/drawingml/2006/main" l="16506" t="0" r="16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0"/>
            <a:ext cx="81629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A448E-4F70-42C2-BACD-9F9704E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FB2C9-C463-4D34-B4E7-F9CDCF2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BA61D-02E3-4E08-BFC3-6B220A0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41322-24CD-4059-A15A-819A8D5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6D7CE-BBB8-4EA5-8165-5F416D0E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734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4955D-5490-42E9-AB3A-9BE497F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Перестраиваем первый экран под узкий экран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39C67-0C27-4DD3-BDC5-88B5281F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7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F878D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468078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B08EA758-5A57-48D8-9D18-B34E85F6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64E45EE-66F0-437B-82EE-5F52A1D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4E191-7D13-4680-810F-AD37E7B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3F21A-99AC-436A-A5BF-0DF6478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B6F9276A-A7EF-4D9E-A380-A0B8B5D8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E9D0287-DE7D-416A-A898-EA87CB57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Mobile меняет приоритеты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F3A46A2-3AE1-4317-B76D-E93A59E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Узкий экран требует другого порядка, размера и количества элементов.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8d083188e4ef1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2650085B-AC33-4232-AE7E-1F1AF45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Адаптация начинается с смысла и порядка чтения.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0914C-C575-4660-99C3-1BB6381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A04A1-2BA6-4138-BC2C-5792AD3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62F1ED9-560D-4B4D-9318-A735427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Адаптация начинается с смысла и порядка чтения.</a:t>
            </a:r>
          </a:p>
        </p:txBody>
      </p:sp>
    </p:spTree>
    <p:extLst>
      <p:ext uri="{BB962C8B-B14F-4D97-AF65-F5344CB8AC3E}">
        <p14:creationId xmlns:p14="http://schemas.microsoft.com/office/powerpoint/2010/main" val="1724214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43E3CF3B-CE14-4EE3-8609-547F468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19862E3-BE8F-44FD-B102-39CB538B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4E3E1-14B4-4724-A486-49CE6D85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111A7-CCB4-4BDF-A98C-87C23127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28E090B-D1F3-4C96-B99E-47EE3884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B67325-DEFE-48FA-90F7-84DF83E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8C4C4A1-FF94-4CDD-B374-E99F4AA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Mobile-версия, critique note и before/after одной исправленной проблемы.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c2277ad9d4b2a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87364CCF-CF2F-4AA6-8C25-62D85225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подтверждается наблюдением.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2235-B9EF-4551-B79A-EE0EEC24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4E4DB-AB38-432F-85EB-AEE7AD56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AC53795-8766-496D-ABFD-D2A07862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подтверждается наблюдением.</a:t>
            </a:r>
          </a:p>
        </p:txBody>
      </p:sp>
    </p:spTree>
    <p:extLst>
      <p:ext uri="{BB962C8B-B14F-4D97-AF65-F5344CB8AC3E}">
        <p14:creationId xmlns:p14="http://schemas.microsoft.com/office/powerpoint/2010/main" val="444577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AA059D58-0FA7-4186-A1BB-EECDCE61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4376894-60EB-4D18-ACC1-62D626D6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3B81F-AD97-40CD-AE9F-0568E860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317F6-F847-45BD-9F7D-E069FB0C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DD70795B-6A93-4C38-9D8A-5E09551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9F32D11-3DE6-465A-91BA-90BB00DB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Desktop нельзя просто уменьшить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D4585DD-4742-4B1C-AB25-1A4F2F7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Пропорциональное масштабирование делает текст и действие слишком мелкими.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681A5-52C3-417D-848A-39829F4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43BDE-03D6-4D9D-81E7-D4B5F18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D2455-1A23-4032-ABAD-780AEA6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C5F72-C299-4934-B0E8-E16018B2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95CCB-56CC-43AF-A637-7417A0E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F178-9558-44A3-82EC-93638B5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87940-35FB-4688-89A4-10DDCC7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Композицию перестраивают по доступной ширине.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308E56E-AF22-49AA-8FDE-AD3749F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Композицию перестраивают по доступной ширине.</a:t>
            </a:r>
          </a:p>
        </p:txBody>
      </p:sp>
    </p:spTree>
    <p:extLst>
      <p:ext uri="{BB962C8B-B14F-4D97-AF65-F5344CB8AC3E}">
        <p14:creationId xmlns:p14="http://schemas.microsoft.com/office/powerpoint/2010/main" val="1775757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18C0085-DA61-496C-B759-B4B9385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07D77C7-8FF2-460C-A03D-4FE949E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950C4-384A-4366-B090-26FE0EA7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5966B-E6AD-4EDA-A3F4-44A3FF76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CD1B488D-57BA-4FE1-844A-2E97E672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A67854-A6B1-422C-AC74-A4E2B20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сохраняется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BEC09B4F-7854-4CD9-8D00-72C2BA4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Тема проекта, главный предмет, ключевое действие и характер визуальной системы.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741266564c47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0EBF8F04-52D9-4A81-8C1D-D9572BCE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Идентичность проекта остаётся узнаваемой.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C84E3-2E31-4E11-A625-2CEB0058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D57D1-F798-493F-910E-39B367B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66AEEBA-B22B-4BB9-B90B-A190B6F8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Идентичность проекта остаётся узнаваемой.</a:t>
            </a:r>
          </a:p>
        </p:txBody>
      </p:sp>
    </p:spTree>
    <p:extLst>
      <p:ext uri="{BB962C8B-B14F-4D97-AF65-F5344CB8AC3E}">
        <p14:creationId xmlns:p14="http://schemas.microsoft.com/office/powerpoint/2010/main" val="1864420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7C18D3B5-5FC0-4AEF-B24C-E10C624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5F9FAA8-6023-45BB-A7E4-A5F2EF33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9E50-F79F-46ED-AD39-590B24F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6CFC2-062C-497B-92AD-7413C383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A2DDD486-FB3F-46F4-B05A-E69E2B8F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AD37FCB-B188-489A-A2E4-3F514952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может измениться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567B306-AE68-4B59-9EF1-2BE1835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Навигация, порядок блоков, размер visual и количество декоративных деталей.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6C79F-6BC8-46BC-AA79-9B584CBE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F021B-EBC1-4E47-B1FB-94CDB63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0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Навигация, порядок блоков, размер visual и количество декоративных деталей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048A0-570B-421A-A2B2-044A399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52507-8728-4462-B841-DB43E78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D04EC-B58B-487E-8108-ECA0065E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2D9FC-4944-47BF-85A2-BA6C8D3B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528B4-A95D-4FAD-B3B6-E18E58F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1E3FE-B9DC-425E-90D8-260B0418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E5310-4AEE-4F1C-AE08-2297470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допустимо, если сохраняет задачу.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92444096-4793-4C6C-A319-13DD7B99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допустимо, если сохраняет задачу.</a:t>
            </a:r>
          </a:p>
        </p:txBody>
      </p:sp>
    </p:spTree>
    <p:extLst>
      <p:ext uri="{BB962C8B-B14F-4D97-AF65-F5344CB8AC3E}">
        <p14:creationId xmlns:p14="http://schemas.microsoft.com/office/powerpoint/2010/main" val="1781901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E163DDA7-9937-4482-BFEA-D0B3DD6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A816E09-0031-48CC-9E6A-B7583B4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C306-A24D-455A-809B-3A2864A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EC2BF-287A-4A56-9FD4-3C2040AD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38A736B1-2E00-4634-B84F-E1FC266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DCB477-CC16-4C7F-9FB6-34F6C07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0021464-C1D7-46EA-8B00-8C7CE48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Desktop hero становится mobile: новый flow, перенос текста, CTA и crop изображения.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d3fc9ab374451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B81BD28-1432-4815-AFDE-5406CD2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Каждая перестановка получает объяснение.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2C51-04FE-4088-88AB-1BC8B76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AD065-3343-4148-A1F4-21A59E2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61974A5-AC98-46A9-8636-527F351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Каждая перестановка получает объяснение.</a:t>
            </a:r>
          </a:p>
        </p:txBody>
      </p:sp>
    </p:spTree>
    <p:extLst>
      <p:ext uri="{BB962C8B-B14F-4D97-AF65-F5344CB8AC3E}">
        <p14:creationId xmlns:p14="http://schemas.microsoft.com/office/powerpoint/2010/main" val="1435272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C5B2257A-B757-4F6D-8298-07AAFC1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0438888-CF39-42FF-9E6A-91DFA155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D4201-EAC2-4F43-8C71-29D36B9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EBE08-8839-44B4-A240-7B3A8278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44D00E4-5D98-4513-9408-C4F7460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8731C3-AD39-4EFA-949F-11CB3B3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первого viewport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02F4E1B-33D1-4F8B-A451-6D9C926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Заголовок читается, главный предмет виден, CTA доступен без поиска.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62241-4902-4E67-971E-C1A7CE2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AD3C8-EA3C-44AB-B6BB-A9145B6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Заголовок читается, главный предмет виден, CTA доступен без поиска.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E29E7-8916-45A3-83E7-B750082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Первый экран должен сообщать тему и действие.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A47602B-E340-4DBD-8F93-93679EBC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Первый экран должен сообщать тему и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967732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F9969C31-E3BD-437C-91A9-854606D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E173611-5975-4AEC-BFE2-BE399D34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D0E95-9B11-4FBD-BD34-567F9DD7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4D5FE-B4A2-4321-8243-808D7354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534F25C-7220-4F0B-A051-D95EA00D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EE3F54-E700-41FB-A205-EADEB5AA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mobile 390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82BA273-14AF-484D-A230-0CFAEB27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Перестройте desktop hero. Не используйте Scale для всего экрана.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37a2d7e054b09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8A99BD6B-C1E4-45A7-B8CA-1FE6617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Mobile становится отдельной композицией той же системы.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9B253-F5BC-45E0-BB38-13E224D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78189-593A-456F-B728-5CD3DE03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A62F6DD-6D6D-4398-B370-1F1BB24A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Mobile становится отдельной композицией той же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80380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40C554E-868A-40D3-9652-4E9B4E4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20E3722-5E97-4630-8C5A-C41DF174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21BE0-8F64-42EB-BBE3-F63F7EE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C3744-5D4F-49EE-8902-D5C3828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B4D8B87-C1F3-4D0B-BDD7-21CC710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2BF0B80-CD26-4462-A088-826B3B8B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ширины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A881618-6656-4C03-A88A-92C3163C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Измените ширину 430, 390 и 360 px. Найдите момент, где ломается структура.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C2A9-4467-40D4-9399-19232B05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10DBB-1EBE-4A31-B9D6-2F7C78E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минут практики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44CBB-0380-4CAD-874E-B2696B8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Измените ширину 430, 390 и 360 px. Найдите момент, где ломается структура.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9B6F2-1864-4DA1-A8AA-F3677CF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Промежуточные ширины выявляют слабые правила.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DEFBF4A-5AB8-472D-8500-26060328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Промежуточные ширины выявляют слабые правила.</a:t>
            </a:r>
          </a:p>
        </p:txBody>
      </p:sp>
    </p:spTree>
    <p:extLst>
      <p:ext uri="{BB962C8B-B14F-4D97-AF65-F5344CB8AC3E}">
        <p14:creationId xmlns:p14="http://schemas.microsoft.com/office/powerpoint/2010/main" val="1707934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3B9E4F3C-9218-407A-A161-48F755C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358B6C4-4A58-4FB7-9AD9-72CE0581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CC28F-DCDA-422C-9B2A-7C02622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3EFC9-AE71-421D-92FC-7E243478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C3D30E6A-02C8-445F-82B5-87E0310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B478BD-F3CF-405F-B8A5-710305B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Тест без объяснений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DAAAE10-42E3-472D-9C6B-8F13B880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Другой студент просматривает экран 30–60 секунд и называет тему и следующее действие.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1dfb96397445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00B4F862-588B-4D77-A85D-4C150230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Понимание проверяет коммуникацию экрана.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714CB-D7BA-455E-A611-48ACCA1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D8AF4-6854-4FB0-88B4-A77BFB2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1588925-0E35-4A1E-92D9-0B0F1B51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Понимание проверяет коммуникацию экрана.</a:t>
            </a:r>
          </a:p>
        </p:txBody>
      </p:sp>
    </p:spTree>
    <p:extLst>
      <p:ext uri="{BB962C8B-B14F-4D97-AF65-F5344CB8AC3E}">
        <p14:creationId xmlns:p14="http://schemas.microsoft.com/office/powerpoint/2010/main" val="1351413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AFCE57CA-AFB9-4B7D-A22F-6AB699C9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5825274-AA4D-4A5A-86CD-7BBDD69E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4CD8D-7175-4FB1-AC3A-CF2DC343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C5232-4375-4193-8F0C-B604BF4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46CF0375-AE8E-49C6-A3BD-B20DFCCE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7E8B009-9790-4384-8690-02A175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Наблюдение critique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08D56002-49C5-4F48-9DAE-0F2FF16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Записываем конкретное действие или затруднение, а не совет автору.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530EC-A685-4C8D-8B68-D82DB05E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4E119-0DF3-429F-8624-72AFC5F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Записываем конкретное действие или затруднение, а не совет автору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6F930-178B-4417-8F21-403CEAC0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AC23F-6DF0-4175-8FA8-5E7DA53E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A52D2-FD3F-42D2-9620-E58C155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54BC6-FFB9-4838-9BAF-F919F799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438CC-D0A8-4247-9936-98F08426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B1881-344D-45C2-8735-8F09060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429B2-EEE8-4696-B57F-95D4EC4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Evidence сохраняет связь между проблемой и правкой.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A9993B95-692A-41A5-B073-D19AECFC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Evidence сохраняет связь между проблемой и правкой.</a:t>
            </a:r>
          </a:p>
        </p:txBody>
      </p:sp>
    </p:spTree>
    <p:extLst>
      <p:ext uri="{BB962C8B-B14F-4D97-AF65-F5344CB8AC3E}">
        <p14:creationId xmlns:p14="http://schemas.microsoft.com/office/powerpoint/2010/main" val="3463076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80B2D147-F6D5-4083-830E-D6045B4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38EB9FE-5282-4BCD-9359-0274D42F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39ECE-22B9-4550-A2B0-0A670EF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AF06-1A76-4B07-9364-D9E706F9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5F726683-31B4-4C86-8EDB-F34F30C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F55A2B-E2B5-4D83-8A82-35B0FD66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Типичные ошибки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512BCFC-F1F7-4C89-9482-9B02E19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Сжатый desktop, огромный decor, CTA ниже viewport, заголовок на восемь строк.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0e5280f2940e3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9E281B4C-05F8-4E7F-B471-DB3AF18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исправляем приоритеты и поток.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48482-F0DF-4CA6-BA32-31C405F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A6BAF-F857-4CAA-9B3F-485B996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4D171BC-CAD8-4147-9D49-F6BB2A72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исправляем приоритеты и поток.</a:t>
            </a:r>
          </a:p>
        </p:txBody>
      </p:sp>
    </p:spTree>
    <p:extLst>
      <p:ext uri="{BB962C8B-B14F-4D97-AF65-F5344CB8AC3E}">
        <p14:creationId xmlns:p14="http://schemas.microsoft.com/office/powerpoint/2010/main" val="2004029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0C414865-6AB4-4A40-84EB-41E4EBA7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F152F4B-5E23-48E5-930B-2FDB1D2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19B26-1E2B-42D5-B416-758057EE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159EA-EA7F-4ACC-A00B-D0D1EC26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2C5DBFB-A88A-41EE-901E-88A86F4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9F0BD0-A5CE-4558-A586-DF75EBA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Итерация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0FBB7C8C-F1D1-42B6-AE26-EF004589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Исправьте одну проблему и покажите before/after рядом.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80F80-B5B7-4A33-B8CC-E580D8C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CA2CE-5E40-4A73-8379-F7A01D9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5EF9-E397-4F43-B765-FA6BADE9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2C60F-BF88-48CC-B5FE-DC6CCCE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D788C-C867-4614-A2C9-A9D9996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2B0E1-EA11-4796-9134-06DDDB9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E8C1F-8FA2-4336-A464-E30BDC1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Точная правка сильнее полной смены дизайна.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7EE9185-F313-49DC-A9CC-088D32A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Точная правка сильнее полной смены дизайна.</a:t>
            </a:r>
          </a:p>
        </p:txBody>
      </p:sp>
    </p:spTree>
    <p:extLst>
      <p:ext uri="{BB962C8B-B14F-4D97-AF65-F5344CB8AC3E}">
        <p14:creationId xmlns:p14="http://schemas.microsoft.com/office/powerpoint/2010/main" val="62591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F87DEA55-21AC-4F12-88B6-A4DB5116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iteration: mobile, critique и исправление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019A4F0-3F96-4063-B67B-DA4B5699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0375F-57F3-4EEB-8715-4D2E4FA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D27D7-DCA6-4AAA-99CD-7B2CE4EB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8A731F43-D3EF-45C8-A766-D583A8C2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1AF23A-3AB4-4B6A-823C-E2880BE6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П046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B97E908C-FC25-44E8-AF72-B19FC92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Desktop и mobile образуют одну систему и прошли внешнюю проверку.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D9FDB-D429-465A-8C7B-3BA5E32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03A2D-9E46-4904-B44F-648CE74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Desktop и mobile образуют одну систему и прошли внешнюю проверку.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0401C-D364-4CF1-A69D-6F4A9CA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Следующий шаг: финальный QA, handoff и защита.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930080A-C737-43E3-80AE-453CC01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Следующий шаг: финальный QA, handoff и защита.</a:t>
            </a:r>
          </a:p>
        </p:txBody>
      </p:sp>
    </p:spTree>
    <p:extLst>
      <p:ext uri="{BB962C8B-B14F-4D97-AF65-F5344CB8AC3E}">
        <p14:creationId xmlns:p14="http://schemas.microsoft.com/office/powerpoint/2010/main" val="545397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2026-09-20T03:05:22.0430000Z</dcterms:created>
  <dcterms:modified xsi:type="dcterms:W3CDTF">2026-09-20T03:05:22.0430000Z</dcterms:modified>
</coreProperties>
</file>