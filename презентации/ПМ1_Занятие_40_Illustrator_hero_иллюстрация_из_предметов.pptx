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4b6c2fb1254288" /><Relationship Type="http://schemas.openxmlformats.org/officeDocument/2006/relationships/extended-properties" Target="/docProps/app.xml" Id="R12162b7e0e5c4bbb" /><Relationship Type="http://schemas.openxmlformats.org/officeDocument/2006/relationships/officeDocument" Target="/ppt/presentation.xml" Id="R99475212d0ac40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bfcab916c403a"/>
  </p:sldMasterIdLst>
  <p:notesMasterIdLst>
    <p:notesMasterId xmlns:r="http://schemas.openxmlformats.org/officeDocument/2006/relationships" r:id="Rb40d678c757f4362"/>
  </p:notesMasterIdLst>
  <p:sldIdLst>
    <p:sldId xmlns:r="http://schemas.openxmlformats.org/officeDocument/2006/relationships" id="256" r:id="R25b5a4cd6092412d"/>
    <p:sldId xmlns:r="http://schemas.openxmlformats.org/officeDocument/2006/relationships" id="257" r:id="R816f0e94c0014fec"/>
    <p:sldId xmlns:r="http://schemas.openxmlformats.org/officeDocument/2006/relationships" id="258" r:id="Rc7ca9f935dd4446a"/>
    <p:sldId xmlns:r="http://schemas.openxmlformats.org/officeDocument/2006/relationships" id="259" r:id="R77fc1cc5f0854e4e"/>
    <p:sldId xmlns:r="http://schemas.openxmlformats.org/officeDocument/2006/relationships" id="260" r:id="R92a5470389284832"/>
    <p:sldId xmlns:r="http://schemas.openxmlformats.org/officeDocument/2006/relationships" id="261" r:id="Re995181ba8ae4545"/>
    <p:sldId xmlns:r="http://schemas.openxmlformats.org/officeDocument/2006/relationships" id="262" r:id="R74268b5d81f34c24"/>
    <p:sldId xmlns:r="http://schemas.openxmlformats.org/officeDocument/2006/relationships" id="263" r:id="R29d85822c6f64f91"/>
    <p:sldId xmlns:r="http://schemas.openxmlformats.org/officeDocument/2006/relationships" id="264" r:id="R3a50022277384f6f"/>
    <p:sldId xmlns:r="http://schemas.openxmlformats.org/officeDocument/2006/relationships" id="265" r:id="R85be49740fa44e47"/>
    <p:sldId xmlns:r="http://schemas.openxmlformats.org/officeDocument/2006/relationships" id="266" r:id="R5cacaebfdcc5404f"/>
    <p:sldId xmlns:r="http://schemas.openxmlformats.org/officeDocument/2006/relationships" id="267" r:id="R1bfa98fafc824d3e"/>
    <p:sldId xmlns:r="http://schemas.openxmlformats.org/officeDocument/2006/relationships" id="268" r:id="Rc8e57d89e8314974"/>
    <p:sldId xmlns:r="http://schemas.openxmlformats.org/officeDocument/2006/relationships" id="269" r:id="Rcc72ee6f898145fc"/>
    <p:sldId xmlns:r="http://schemas.openxmlformats.org/officeDocument/2006/relationships" id="270" r:id="Rabde26c590b34fd6"/>
    <p:sldId xmlns:r="http://schemas.openxmlformats.org/officeDocument/2006/relationships" id="271" r:id="Recde9f2cbde249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b2f649180e4289" /><Relationship Type="http://schemas.openxmlformats.org/officeDocument/2006/relationships/slideMaster" Target="/ppt/slideMasters/slideMaster1.xml" Id="R282bfcab916c403a" /><Relationship Type="http://schemas.openxmlformats.org/officeDocument/2006/relationships/notesMaster" Target="/ppt/notesMasters/notesMaster1.xml" Id="Rb40d678c757f4362" /><Relationship Type="http://schemas.openxmlformats.org/officeDocument/2006/relationships/presProps" Target="/ppt/presProps.xml" Id="R1e4dcf6441df486c" /><Relationship Type="http://schemas.openxmlformats.org/officeDocument/2006/relationships/tableStyles" Target="/ppt/tableStyles.xml" Id="R88531847fd0f47e3" /><Relationship Type="http://schemas.openxmlformats.org/officeDocument/2006/relationships/slide" Target="/ppt/slides/slide1.xml" Id="R25b5a4cd6092412d" /><Relationship Type="http://schemas.openxmlformats.org/officeDocument/2006/relationships/slide" Target="/ppt/slides/slide2.xml" Id="R816f0e94c0014fec" /><Relationship Type="http://schemas.openxmlformats.org/officeDocument/2006/relationships/slide" Target="/ppt/slides/slide3.xml" Id="Rc7ca9f935dd4446a" /><Relationship Type="http://schemas.openxmlformats.org/officeDocument/2006/relationships/slide" Target="/ppt/slides/slide4.xml" Id="R77fc1cc5f0854e4e" /><Relationship Type="http://schemas.openxmlformats.org/officeDocument/2006/relationships/slide" Target="/ppt/slides/slide5.xml" Id="R92a5470389284832" /><Relationship Type="http://schemas.openxmlformats.org/officeDocument/2006/relationships/slide" Target="/ppt/slides/slide6.xml" Id="Re995181ba8ae4545" /><Relationship Type="http://schemas.openxmlformats.org/officeDocument/2006/relationships/slide" Target="/ppt/slides/slide7.xml" Id="R74268b5d81f34c24" /><Relationship Type="http://schemas.openxmlformats.org/officeDocument/2006/relationships/slide" Target="/ppt/slides/slide8.xml" Id="R29d85822c6f64f91" /><Relationship Type="http://schemas.openxmlformats.org/officeDocument/2006/relationships/slide" Target="/ppt/slides/slide9.xml" Id="R3a50022277384f6f" /><Relationship Type="http://schemas.openxmlformats.org/officeDocument/2006/relationships/slide" Target="/ppt/slides/slide10.xml" Id="R85be49740fa44e47" /><Relationship Type="http://schemas.openxmlformats.org/officeDocument/2006/relationships/slide" Target="/ppt/slides/slide11.xml" Id="R5cacaebfdcc5404f" /><Relationship Type="http://schemas.openxmlformats.org/officeDocument/2006/relationships/slide" Target="/ppt/slides/slide12.xml" Id="R1bfa98fafc824d3e" /><Relationship Type="http://schemas.openxmlformats.org/officeDocument/2006/relationships/slide" Target="/ppt/slides/slide13.xml" Id="Rc8e57d89e8314974" /><Relationship Type="http://schemas.openxmlformats.org/officeDocument/2006/relationships/slide" Target="/ppt/slides/slide14.xml" Id="Rcc72ee6f898145fc" /><Relationship Type="http://schemas.openxmlformats.org/officeDocument/2006/relationships/slide" Target="/ppt/slides/slide15.xml" Id="Rabde26c590b34fd6" /><Relationship Type="http://schemas.openxmlformats.org/officeDocument/2006/relationships/slide" Target="/ppt/slides/slide16.xml" Id="Recde9f2cbde2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1ffe9d19e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0cc95a6f24608" /><Relationship Type="http://schemas.openxmlformats.org/officeDocument/2006/relationships/notesMaster" Target="/ppt/notesMasters/notesMaster1.xml" Id="Ra31c2d70c0834c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293e5812946d5" /><Relationship Type="http://schemas.openxmlformats.org/officeDocument/2006/relationships/notesMaster" Target="/ppt/notesMasters/notesMaster1.xml" Id="R2359bdf03793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93831386b5446b" /><Relationship Type="http://schemas.openxmlformats.org/officeDocument/2006/relationships/notesMaster" Target="/ppt/notesMasters/notesMaster1.xml" Id="Rcbc89e8a01f6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045cbe4642420f" /><Relationship Type="http://schemas.openxmlformats.org/officeDocument/2006/relationships/notesMaster" Target="/ppt/notesMasters/notesMaster1.xml" Id="R74ee24220e1f43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3de9bb4d704abe" /><Relationship Type="http://schemas.openxmlformats.org/officeDocument/2006/relationships/notesMaster" Target="/ppt/notesMasters/notesMaster1.xml" Id="Rf0c725a330644d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e26a6ed8694556" /><Relationship Type="http://schemas.openxmlformats.org/officeDocument/2006/relationships/notesMaster" Target="/ppt/notesMasters/notesMaster1.xml" Id="Rd5e5ce05e7b64f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8e50612e445a6" /><Relationship Type="http://schemas.openxmlformats.org/officeDocument/2006/relationships/notesMaster" Target="/ppt/notesMasters/notesMaster1.xml" Id="R2a0d387310ec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33bca71ee4919" /><Relationship Type="http://schemas.openxmlformats.org/officeDocument/2006/relationships/notesMaster" Target="/ppt/notesMasters/notesMaster1.xml" Id="R960a74668a6743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8f7a53ab59403c" /><Relationship Type="http://schemas.openxmlformats.org/officeDocument/2006/relationships/notesMaster" Target="/ppt/notesMasters/notesMaster1.xml" Id="R7b6bf089eb5841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63ed797cf14b89" /><Relationship Type="http://schemas.openxmlformats.org/officeDocument/2006/relationships/notesMaster" Target="/ppt/notesMasters/notesMaster1.xml" Id="Ra33e921bcf1842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ee398bb394408e" /><Relationship Type="http://schemas.openxmlformats.org/officeDocument/2006/relationships/notesMaster" Target="/ppt/notesMasters/notesMaster1.xml" Id="R45e540aada1b44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1aac6b28ab40f3" /><Relationship Type="http://schemas.openxmlformats.org/officeDocument/2006/relationships/notesMaster" Target="/ppt/notesMasters/notesMaster1.xml" Id="Rdad03db0edc74a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d1878369d54b9e" /><Relationship Type="http://schemas.openxmlformats.org/officeDocument/2006/relationships/notesMaster" Target="/ppt/notesMasters/notesMaster1.xml" Id="Rba9a7b8d867140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bbcac1d8e343e9" /><Relationship Type="http://schemas.openxmlformats.org/officeDocument/2006/relationships/notesMaster" Target="/ppt/notesMasters/notesMaster1.xml" Id="R4aa6fe19cd9a4e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b458c9761f4cb4" /><Relationship Type="http://schemas.openxmlformats.org/officeDocument/2006/relationships/notesMaster" Target="/ppt/notesMasters/notesMaster1.xml" Id="R2fa27ea4db314c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20e0613ff54535" /><Relationship Type="http://schemas.openxmlformats.org/officeDocument/2006/relationships/notesMaster" Target="/ppt/notesMasters/notesMaster1.xml" Id="R5c31568dacb0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Illustrator hero иллюстрация из предметов.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Введение в Illustrator-блок.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От asset к сцене.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Что делает hero-visual.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Сюжеты для музея.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Композиция: крупное / среднее / малое.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Negative space под web-текст.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Ритм и повтор.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Overlap: перекрытие как глубина.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Thumbnail-композиции.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Сборка 1600×900.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Зона заголовка и CTA.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Five-Second Critique.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Что исправлять после теста.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Типичные ошибки.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П040;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b85158b48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4a1ce6a0504bdd" /><Relationship Type="http://schemas.openxmlformats.org/officeDocument/2006/relationships/slideLayout" Target="/ppt/slideLayouts/slideLayout1.xml" Id="Rf28ed723d6a641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8ed723d6a641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f2f5452644991" /><Relationship Type="http://schemas.openxmlformats.org/officeDocument/2006/relationships/image" Target="/ppt/media/image.png" Id="Rd0d48db294834372" /><Relationship Type="http://schemas.openxmlformats.org/officeDocument/2006/relationships/notesSlide" Target="/ppt/notesSlides/notesSlide1.xml" Id="R9736c50096c946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e26bd3f564bef" /><Relationship Type="http://schemas.openxmlformats.org/officeDocument/2006/relationships/image" Target="/ppt/media/image.jpeg" Id="R4bc5a4b590d24fb8" /><Relationship Type="http://schemas.openxmlformats.org/officeDocument/2006/relationships/image" Target="/ppt/media/image2.jpeg" Id="R79f3a881db584a5a" /><Relationship Type="http://schemas.openxmlformats.org/officeDocument/2006/relationships/image" Target="/ppt/media/image3.jpeg" Id="Ra3828b0a08264926" /><Relationship Type="http://schemas.openxmlformats.org/officeDocument/2006/relationships/image" Target="/ppt/media/image4.jpeg" Id="Rdc57feb245654a02" /><Relationship Type="http://schemas.openxmlformats.org/officeDocument/2006/relationships/notesSlide" Target="/ppt/notesSlides/notesSlide2.xml" Id="Rb804b044c5c54f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53b97778d41ac" /><Relationship Type="http://schemas.openxmlformats.org/officeDocument/2006/relationships/image" Target="/ppt/media/image5.jpeg" Id="Rae232be133a048bf" /><Relationship Type="http://schemas.openxmlformats.org/officeDocument/2006/relationships/image" Target="/ppt/media/image6.jpeg" Id="R868a5087feae4788" /><Relationship Type="http://schemas.openxmlformats.org/officeDocument/2006/relationships/notesSlide" Target="/ppt/notesSlides/notesSlide3.xml" Id="Re2de21524f8941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ce4ef91a547c1" /><Relationship Type="http://schemas.openxmlformats.org/officeDocument/2006/relationships/image" Target="/ppt/media/image7.jpeg" Id="R38d77808d8bc4ee0" /><Relationship Type="http://schemas.openxmlformats.org/officeDocument/2006/relationships/notesSlide" Target="/ppt/notesSlides/notesSlide4.xml" Id="Raaf8a704a80646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bf3bc624492a" /><Relationship Type="http://schemas.openxmlformats.org/officeDocument/2006/relationships/image" Target="/ppt/media/image8.jpeg" Id="R274071763c9b42a1" /><Relationship Type="http://schemas.openxmlformats.org/officeDocument/2006/relationships/image" Target="/ppt/media/image9.jpeg" Id="Rcd348e2ecb1f4717" /><Relationship Type="http://schemas.openxmlformats.org/officeDocument/2006/relationships/image" Target="/ppt/media/image10.jpeg" Id="R307e1a4d864942e7" /><Relationship Type="http://schemas.openxmlformats.org/officeDocument/2006/relationships/image" Target="/ppt/media/image11.jpeg" Id="R03d113299682481f" /><Relationship Type="http://schemas.openxmlformats.org/officeDocument/2006/relationships/notesSlide" Target="/ppt/notesSlides/notesSlide5.xml" Id="R8b71b3219cd34a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ddbecd0434893" /><Relationship Type="http://schemas.openxmlformats.org/officeDocument/2006/relationships/image" Target="/ppt/media/image12.jpeg" Id="R17d316384229434e" /><Relationship Type="http://schemas.openxmlformats.org/officeDocument/2006/relationships/image" Target="/ppt/media/image13.jpeg" Id="R807e1627d2634d7e" /><Relationship Type="http://schemas.openxmlformats.org/officeDocument/2006/relationships/notesSlide" Target="/ppt/notesSlides/notesSlide6.xml" Id="R7c1fdad1136349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b50e143846e1" /><Relationship Type="http://schemas.openxmlformats.org/officeDocument/2006/relationships/image" Target="/ppt/media/image14.jpeg" Id="R45179cc09d6f4583" /><Relationship Type="http://schemas.openxmlformats.org/officeDocument/2006/relationships/notesSlide" Target="/ppt/notesSlides/notesSlide7.xml" Id="R0551414c43274f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986692d3143c5" /><Relationship Type="http://schemas.openxmlformats.org/officeDocument/2006/relationships/image" Target="/ppt/media/image15.jpeg" Id="R23565a2dd8944c20" /><Relationship Type="http://schemas.openxmlformats.org/officeDocument/2006/relationships/image" Target="/ppt/media/image16.jpeg" Id="Rd4dfdce5674441a3" /><Relationship Type="http://schemas.openxmlformats.org/officeDocument/2006/relationships/image" Target="/ppt/media/image17.jpeg" Id="Rfb1b6393684b4ef5" /><Relationship Type="http://schemas.openxmlformats.org/officeDocument/2006/relationships/image" Target="/ppt/media/image18.jpeg" Id="R9a87e1b1a0234748" /><Relationship Type="http://schemas.openxmlformats.org/officeDocument/2006/relationships/notesSlide" Target="/ppt/notesSlides/notesSlide8.xml" Id="Rc1f750733ae942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ba0345dba415c" /><Relationship Type="http://schemas.openxmlformats.org/officeDocument/2006/relationships/image" Target="/ppt/media/image19.jpeg" Id="Rfd66ebf683214f2b" /><Relationship Type="http://schemas.openxmlformats.org/officeDocument/2006/relationships/image" Target="/ppt/media/image20.jpeg" Id="R792014f30a4a4e3f" /><Relationship Type="http://schemas.openxmlformats.org/officeDocument/2006/relationships/notesSlide" Target="/ppt/notesSlides/notesSlide9.xml" Id="R84f3d39c3afb44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a8bdf167d4310" /><Relationship Type="http://schemas.openxmlformats.org/officeDocument/2006/relationships/image" Target="/ppt/media/image21.jpeg" Id="R62922155db8248f7" /><Relationship Type="http://schemas.openxmlformats.org/officeDocument/2006/relationships/notesSlide" Target="/ppt/notesSlides/notesSlide10.xml" Id="R125dc215e4be46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dc396a0af47fe" /><Relationship Type="http://schemas.openxmlformats.org/officeDocument/2006/relationships/image" Target="/ppt/media/image22.jpeg" Id="R34d7c1dd638c4031" /><Relationship Type="http://schemas.openxmlformats.org/officeDocument/2006/relationships/image" Target="/ppt/media/image23.jpeg" Id="R3a9a0a1896584325" /><Relationship Type="http://schemas.openxmlformats.org/officeDocument/2006/relationships/image" Target="/ppt/media/image24.jpeg" Id="Rf78a5c21077e40a7" /><Relationship Type="http://schemas.openxmlformats.org/officeDocument/2006/relationships/image" Target="/ppt/media/image25.jpeg" Id="R33e7737eef324cfd" /><Relationship Type="http://schemas.openxmlformats.org/officeDocument/2006/relationships/notesSlide" Target="/ppt/notesSlides/notesSlide11.xml" Id="Re316b34c986d46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72c0ffe6a44d9" /><Relationship Type="http://schemas.openxmlformats.org/officeDocument/2006/relationships/image" Target="/ppt/media/image26.jpeg" Id="Ree86e6c64e694b0c" /><Relationship Type="http://schemas.openxmlformats.org/officeDocument/2006/relationships/image" Target="/ppt/media/image27.jpeg" Id="Re949362fcc7048dc" /><Relationship Type="http://schemas.openxmlformats.org/officeDocument/2006/relationships/notesSlide" Target="/ppt/notesSlides/notesSlide12.xml" Id="R4ed1f66f90fb40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e0f9a2bb541e8" /><Relationship Type="http://schemas.openxmlformats.org/officeDocument/2006/relationships/image" Target="/ppt/media/image28.jpeg" Id="R349a18265ffa4072" /><Relationship Type="http://schemas.openxmlformats.org/officeDocument/2006/relationships/notesSlide" Target="/ppt/notesSlides/notesSlide13.xml" Id="R6752d5dc8b924c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cff535ebf4d6e" /><Relationship Type="http://schemas.openxmlformats.org/officeDocument/2006/relationships/image" Target="/ppt/media/image29.jpeg" Id="R17d0767d1e664822" /><Relationship Type="http://schemas.openxmlformats.org/officeDocument/2006/relationships/image" Target="/ppt/media/image30.jpeg" Id="R086b4a42e82e48cd" /><Relationship Type="http://schemas.openxmlformats.org/officeDocument/2006/relationships/image" Target="/ppt/media/image31.jpeg" Id="R67f008f9823d4314" /><Relationship Type="http://schemas.openxmlformats.org/officeDocument/2006/relationships/image" Target="/ppt/media/image32.jpeg" Id="R6cb94802090b4bd1" /><Relationship Type="http://schemas.openxmlformats.org/officeDocument/2006/relationships/notesSlide" Target="/ppt/notesSlides/notesSlide14.xml" Id="R6bc0083aaf674b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ac03b127b40a1" /><Relationship Type="http://schemas.openxmlformats.org/officeDocument/2006/relationships/image" Target="/ppt/media/image33.jpeg" Id="Rf26e3b9b0e8d4aaf" /><Relationship Type="http://schemas.openxmlformats.org/officeDocument/2006/relationships/image" Target="/ppt/media/image34.jpeg" Id="Ra54ed4e5626d408d" /><Relationship Type="http://schemas.openxmlformats.org/officeDocument/2006/relationships/notesSlide" Target="/ppt/notesSlides/notesSlide15.xml" Id="R8e4ff9fdc9594a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787d4f3af41d5" /><Relationship Type="http://schemas.openxmlformats.org/officeDocument/2006/relationships/image" Target="/ppt/media/image35.jpeg" Id="R232775b388624733" /><Relationship Type="http://schemas.openxmlformats.org/officeDocument/2006/relationships/notesSlide" Target="/ppt/notesSlides/notesSlide16.xml" Id="R7aaa5a21285648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48db2948343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19EDC-A9CE-45C2-B294-08D6953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A750EAC2-8799-4761-8A82-BEA1C821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3C1604AA-05EA-437F-9D8C-45147B4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40">
            <a:extLst xmlns:a="http://schemas.openxmlformats.org/drawingml/2006/main">
              <a:ext uri="{FF2B5EF4-FFF2-40B4-BE49-F238E27FC236}">
                <a16:creationId xmlns:a16="http://schemas.microsoft.com/office/drawing/2014/main" id="{CDFE387B-1640-43B4-B317-B9E73A4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40</a:t>
            </a:r>
          </a:p>
        </p:txBody>
      </p:sp>
      <p:sp>
        <p:nvSpPr>
          <p:cNvPr id="6" name="Illustrator hero иллюстрация из…">
            <a:extLst xmlns:a="http://schemas.openxmlformats.org/drawingml/2006/main">
              <a:ext uri="{FF2B5EF4-FFF2-40B4-BE49-F238E27FC236}">
                <a16:creationId xmlns:a16="http://schemas.microsoft.com/office/drawing/2014/main" id="{7750B0F8-0573-415E-A697-30869A2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AF98E852-FCBA-47F7-960D-AFBA0E9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C7CC1085-6C10-4424-BD92-976A71D8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748458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50CDA91F-52E3-405A-967C-D4E14EC5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5017BA3-2A7D-46FB-B47B-4A13B251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EEE3B93-8EE2-49F1-A44A-9E4194E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Illustrator-блок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29B91B8-56A1-414F-A7F4-9AAD1726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09466-919C-490B-9CF9-6A24D7C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3E10-A259-460B-8A42-0F433B2A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19BECDA-5088-4C55-82CF-8D39746C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EAF2503-930B-4E9A-BE08-399187F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5a4b590d24fb8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AA5C4F14-2DB0-4B4A-B411-6108B13D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AB2D9EA-7B31-43E9-979E-54B4AA94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3a881db584a5a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От предмета к web-ассету">
            <a:extLst xmlns:a="http://schemas.openxmlformats.org/drawingml/2006/main">
              <a:ext uri="{FF2B5EF4-FFF2-40B4-BE49-F238E27FC236}">
                <a16:creationId xmlns:a16="http://schemas.microsoft.com/office/drawing/2014/main" id="{D6FF5D6F-81AA-4DEA-9FDB-F328CDC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предмета к web-ассету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EA16986-0908-40A4-A5D7-B0514B6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28b0a08264926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MAKE">
            <a:extLst xmlns:a="http://schemas.openxmlformats.org/drawingml/2006/main">
              <a:ext uri="{FF2B5EF4-FFF2-40B4-BE49-F238E27FC236}">
                <a16:creationId xmlns:a16="http://schemas.microsoft.com/office/drawing/2014/main" id="{F2FEE043-76B0-4404-957D-19121059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MAKE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819D5B4-C50D-41D3-9574-916E4E1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7feb245654a02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BRIDGE">
            <a:extLst xmlns:a="http://schemas.openxmlformats.org/drawingml/2006/main">
              <a:ext uri="{FF2B5EF4-FFF2-40B4-BE49-F238E27FC236}">
                <a16:creationId xmlns:a16="http://schemas.microsoft.com/office/drawing/2014/main" id="{6605A666-3A82-4133-B265-003F8691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BRIDGE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A8178DF-7011-47EA-B82C-77B8CBAE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72359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309FF860-2B2E-4C65-A984-926BF25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063CED5-14BA-494C-98C8-F490B7C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25A02B5-6259-4A58-BACE-8066434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asset к сцене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84DAE51-3B2A-4F96-99AA-DDC0E828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A6037-4B6F-46A4-A2BE-EE89DD39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140F8-3859-4FCC-97C9-67F8089E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751E762-7333-439B-8F72-F0C920D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B523235-26E6-4CE8-BEBE-ADC7F79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32be133a048bf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5CC5BF38-8EC7-40C4-82DC-637F3CD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E77F7308-6DF8-458C-B211-09BCD621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a5087feae4788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3FBE2858-6499-4001-B4F4-7C772F74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25C56544-C670-47CF-BC49-828F51A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57946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B0A83C8A-0525-446C-8912-5AA3038A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3902A526-1F10-404C-905E-06CDDA3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D6F02E0-4D73-4599-BF41-332CB612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делает hero-visual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E4366A4-768D-47A7-9EBF-20F201E6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C984A-847D-4A14-B4F5-525657A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EF1A7-8E62-49F1-9B28-2668831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1B61776-1E84-4BF2-9B5F-297C82F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039EBE8-F5A6-4009-9517-5C7AC1E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77808d8bc4ee0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BB9A7-68A2-4297-82EA-21CC7287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60D1B-5E97-4130-AA80-7D40896E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FB8A4D4F-3011-4EAD-9CCB-7B7A441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747825A9-CFE1-4249-9227-57B3F3EF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E99B6-723E-4AB0-AB87-436A93B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BD982-1757-45CC-B811-F0DA5107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DF508765-A60A-4ABF-A92E-1C9A4659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754C1C91-B69A-481C-94CF-509247E5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B6269-7BD1-4D79-B96C-85FBCD48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100D2-941F-4E6C-97A0-3B70EF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36C3C9AB-CBF8-48F3-B72F-0A44659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Объясняет тему до чтения текста">
            <a:extLst xmlns:a="http://schemas.openxmlformats.org/drawingml/2006/main">
              <a:ext uri="{FF2B5EF4-FFF2-40B4-BE49-F238E27FC236}">
                <a16:creationId xmlns:a16="http://schemas.microsoft.com/office/drawing/2014/main" id="{873FE278-BBDA-49C0-AB5B-0BF68D7B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Объясняет тему до чтения текста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77B81-07CF-4523-8FAB-19225038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BC5E8-9201-4570-B4C4-BFEF2B35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44CDF6B7-6867-437F-8071-5390580F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Создаёт атмосферу бренда">
            <a:extLst xmlns:a="http://schemas.openxmlformats.org/drawingml/2006/main">
              <a:ext uri="{FF2B5EF4-FFF2-40B4-BE49-F238E27FC236}">
                <a16:creationId xmlns:a16="http://schemas.microsoft.com/office/drawing/2014/main" id="{C97812E1-6D2D-437C-9A0C-2F64DD6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Создаёт атмосферу бренда</a:t>
            </a:r>
          </a:p>
        </p:txBody>
      </p:sp>
    </p:spTree>
    <p:extLst>
      <p:ext uri="{BB962C8B-B14F-4D97-AF65-F5344CB8AC3E}">
        <p14:creationId xmlns:p14="http://schemas.microsoft.com/office/powerpoint/2010/main" val="1095084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8E5AE746-D893-41EB-A323-42424CE8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654BB62-C35B-4B46-A64D-FC9960B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0BC67C1-EE46-4AB9-BFE4-303EFFA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3F3AB60-E7A5-4079-9A56-F4EF1F5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F8D23-9A7A-487C-BD0E-099CFC3B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FFF4-255D-467A-9903-FF79C77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527EFBF-F37C-4B7F-9C34-A3D50FE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0FAE068-B6DE-4ABB-9942-E45AC228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77DBD-DB5F-4BD0-9E47-869E47B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E250A-98C0-416B-9FEA-DFDEC097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81D40A3D-BD43-4B9F-946C-69DF9AE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071763c9b42a1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9B759A1D-6723-4D37-B8C2-439B2297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D57AE-B445-4B12-BC53-5122DCA0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6A9AD-5F40-426F-A966-A950FC6D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39C30B70-5283-4B2F-911F-69F1961A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48e2ecb1f4717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F889EEDD-6BE0-4B4C-BF40-7B242A2E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12910-D7A8-433F-8CB7-10E6B4BB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A3F12-B277-43AE-AF11-7DB18F1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F238680D-2C09-446F-84A1-3F1189C8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e1a4d864942e7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A97A41FA-3404-4212-959B-72EECB09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A75F8-8A8C-4343-8D89-B3693A3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FF064-978C-4A5E-A42C-2B41C88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A9635300-9CAF-4926-AF36-B2C0F97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113299682481f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8BF39867-16CD-4DD2-B1B6-8553302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123702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0B86BAD1-3ACD-404F-A6C8-F14538D5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D9E1485-B6E3-4B1A-9DEF-3368787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056C822-EB16-4151-99EE-BB45350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Композиция: крупное / среднее / малое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59333270-CFAF-4096-A436-ADB1D94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BC54A-7DF0-4254-AD86-31483E3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A16A3-3ED1-450D-9F7A-29B4E99D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6A7FA0B6-0BC7-40A3-9F56-8E7F8A07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02DA5FF-461C-4671-B422-98E7CC8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316384229434e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177671C-F370-4EF4-8280-224A7523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4C12C8C1-7E78-4E84-A12C-D2C763FF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e1627d2634d7e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FD63714D-3F10-4A91-B045-778D406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22848BF9-C79E-4ABE-A848-E45F86C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233648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B29F06EA-C3FB-4481-A24F-38430AD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1CC1DE2-AF75-4FC4-9DED-E78FC532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BF0710E-EC71-4C5B-AB2A-6F3D12F2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Negative space под web-текст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BE517334-AECB-44A1-AC85-89491C3B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BECA8-C21C-4738-81A3-DA7FA720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6AF4C-4676-437F-8AAA-D78755C6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C567989-BBE2-43E5-A582-EF5A212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02049DF2-00E3-4D45-BC40-AF0D4359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79cc09d6f4583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BE130-F725-4123-98ED-792D15B9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BDF2D-86E4-42A5-A22F-D22C753F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FDA843BD-FA12-4036-A8A1-E81D0EF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32A68664-7DD4-4191-8F74-4A2B783A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D5D52-7CBF-4B91-B8D1-12417EAF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9C37C-37C1-480B-B73D-0806B7B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5ACF91E-8CC5-44FC-AEF4-E79E30EC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050F3219-45B9-4699-9184-4787E41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03642-8043-4AAC-8F7C-E7ACE9E0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5849F-EB0A-4146-BE5E-FF2029F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C6AD1D41-BE34-49D4-909A-327053F4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устое место — рабочая зона…">
            <a:extLst xmlns:a="http://schemas.openxmlformats.org/drawingml/2006/main">
              <a:ext uri="{FF2B5EF4-FFF2-40B4-BE49-F238E27FC236}">
                <a16:creationId xmlns:a16="http://schemas.microsoft.com/office/drawing/2014/main" id="{BC1D4244-9379-41B9-A324-56081471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Пустое место — рабочая зона интерфейса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27452-C94E-464A-8310-72FD5C2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88C9C-06D1-48F0-8DB9-3FACC1A5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D4F9C919-71B8-4A5F-9D92-9C2132C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Заголовок должен читаться без…">
            <a:extLst xmlns:a="http://schemas.openxmlformats.org/drawingml/2006/main">
              <a:ext uri="{FF2B5EF4-FFF2-40B4-BE49-F238E27FC236}">
                <a16:creationId xmlns:a16="http://schemas.microsoft.com/office/drawing/2014/main" id="{69CF09ED-3C35-4CAC-B2EA-C54403D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Заголовок должен читаться без борьбы с деталями</a:t>
            </a:r>
          </a:p>
        </p:txBody>
      </p:sp>
    </p:spTree>
    <p:extLst>
      <p:ext uri="{BB962C8B-B14F-4D97-AF65-F5344CB8AC3E}">
        <p14:creationId xmlns:p14="http://schemas.microsoft.com/office/powerpoint/2010/main" val="127551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BA8BBC63-A452-4258-9810-081D838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C9F36E67-8CA5-405C-8686-5C244EB4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F230D84-D89E-4180-92B0-5375FB4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Ритм и повтор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80F7F3B-1399-4FC4-A560-06BDC5F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F25E2-6D94-4F3B-B828-85F6D237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D0A81-FBD3-4962-BF0E-61183CC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035C77C-753A-4D7C-A8A3-56BFBE9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591F96E-0C92-4F20-8926-B532C0A8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65a2dd8944c20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8B2E7C9-294A-416D-9C68-D5F53943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2072DA3-1F56-4F0B-BD98-CBE579C6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fdce5674441a3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22FABDA5-E899-4286-8276-3F37291E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14083A0-1DCD-4C74-800C-B81D15F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b6393684b4ef5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Повтор форм объединяет предметы">
            <a:extLst xmlns:a="http://schemas.openxmlformats.org/drawingml/2006/main">
              <a:ext uri="{FF2B5EF4-FFF2-40B4-BE49-F238E27FC236}">
                <a16:creationId xmlns:a16="http://schemas.microsoft.com/office/drawing/2014/main" id="{2021AEE5-6C6E-48D8-87A6-B41D9C8A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Повтор форм объединяет предметы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77E20E7-9D85-4D30-98D5-51CE91B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7e1b1a0234748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Разные масштабы создают движение">
            <a:extLst xmlns:a="http://schemas.openxmlformats.org/drawingml/2006/main">
              <a:ext uri="{FF2B5EF4-FFF2-40B4-BE49-F238E27FC236}">
                <a16:creationId xmlns:a16="http://schemas.microsoft.com/office/drawing/2014/main" id="{048B6E50-87E8-49D5-A830-AAB3EF3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Разные масштабы создают движение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8321F48-42E0-4B14-B9D0-50DEBDF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702664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FC80BF97-58D6-4D99-B935-249A2D80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96B56B0-2D9D-4603-8FA2-3962264D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8504B4A-8F57-4002-9E56-D04CA621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Overlap: перекрытие как глубина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80E76A52-0C82-498A-A0E3-915DB364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57D3-0B3A-488C-8219-C0477550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5251E-7F5D-4A1B-A196-0688ECAE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00ADC8A-D232-411B-B619-022F05D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0B85E922-FF47-4B84-A163-EF611E59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6ebf683214f2b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177B7EE3-8F7E-43F9-8C7F-7EEFF10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3817527E-24B9-4063-B618-B4F9FB11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014f30a4a4e3f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DEB2A874-10DA-471D-B5E6-504F2B8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3D9021D8-72FF-4348-9AE8-BA5F44F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545066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1F6327F0-61E0-4AD7-B2C1-0CF5BCE0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C680B1F8-CDC8-4580-B38A-11C0A77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3C56D24-B848-4050-8858-8F983048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Thumbnail-композиции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FA95EA59-5CE6-4C16-870F-BA3E605B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66906-1359-4066-98E4-617F71FC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B570-F233-4C63-96C9-E65267D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A44BCA8-78AB-4C76-9DFD-9759B45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64993D3-55D3-40C3-B6A8-B07BDDF4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22155db8248f7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FA8AB-10A3-47D7-91CB-957BB23C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87562-1885-4A4B-A0EF-11FEEDC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F8A61C69-B5F2-4B4B-8AEB-D1E19BCD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3249F8D7-4D65-4CB7-9F9A-E532DFD4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8D7FF-77D9-4F38-8B30-5D66CB66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2E344-7A57-4FAC-A1E0-8DE38A5B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7CC51E15-B840-41C6-B29D-EF22564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D0567540-012E-4C7C-9148-7A378D3D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02E8C-A9B9-40B2-A0F8-A955DCA6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69600-0FC0-428F-A5C9-DFB1742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D714B4C7-06A1-4314-9240-48D6124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3 маленьких варианта на бумаге…">
            <a:extLst xmlns:a="http://schemas.openxmlformats.org/drawingml/2006/main">
              <a:ext uri="{FF2B5EF4-FFF2-40B4-BE49-F238E27FC236}">
                <a16:creationId xmlns:a16="http://schemas.microsoft.com/office/drawing/2014/main" id="{DFF1A18F-BEC7-4A13-AC82-34988A5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3 маленьких варианта на бумаге или в Illustrator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FC7C9-E4BF-47E9-8E8C-57F4DB9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2F585-96AD-4E42-858B-93233C8A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2CF2AEDA-4D0A-4A82-B9D5-23C8C76C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Быстро ищем центр, пустое место и…">
            <a:extLst xmlns:a="http://schemas.openxmlformats.org/drawingml/2006/main">
              <a:ext uri="{FF2B5EF4-FFF2-40B4-BE49-F238E27FC236}">
                <a16:creationId xmlns:a16="http://schemas.microsoft.com/office/drawing/2014/main" id="{3EDDE74A-1E7C-404C-B3AE-197A501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Быстро ищем центр, пустое место и движение</a:t>
            </a:r>
          </a:p>
        </p:txBody>
      </p:sp>
    </p:spTree>
    <p:extLst>
      <p:ext uri="{BB962C8B-B14F-4D97-AF65-F5344CB8AC3E}">
        <p14:creationId xmlns:p14="http://schemas.microsoft.com/office/powerpoint/2010/main" val="4919913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B4B8F56B-595A-46C7-8130-E05115B7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A3DD274-C42E-4358-AABC-9EE0097B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CF89F3D-69E6-468E-94AA-662B3F75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Сборка 1600×900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71628ECC-C90E-46DC-8AF0-A24A03B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6534C-6CFD-4E9F-A7BE-FAE7550C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D21AA-8A96-4A28-8CF0-AD055E4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E3F933F-97A8-422A-95EA-BF96F7EB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5F0A749-8522-4D09-8C1D-EE973C19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7c1dd638c4031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2C8743AE-1205-4B51-8DC1-5C8BA38F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66575CA-BB00-498B-B7FE-C3BE5795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0a1896584325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81B4E055-6F16-41E8-9A48-7D9DC6FE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F7936FD-85A1-4119-84F5-BC2D5F3E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a5c21077e40a7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Используем 5–7 собственных объектов">
            <a:extLst xmlns:a="http://schemas.openxmlformats.org/drawingml/2006/main">
              <a:ext uri="{FF2B5EF4-FFF2-40B4-BE49-F238E27FC236}">
                <a16:creationId xmlns:a16="http://schemas.microsoft.com/office/drawing/2014/main" id="{4CCF9BDB-1C4D-4487-8913-96EC6849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Используем 5–7 собственных объектов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9B6ED99-BFE0-4AF6-9206-E7DC7DF9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7737eef324cfd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Добавляем простые вспомогательные…">
            <a:extLst xmlns:a="http://schemas.openxmlformats.org/drawingml/2006/main">
              <a:ext uri="{FF2B5EF4-FFF2-40B4-BE49-F238E27FC236}">
                <a16:creationId xmlns:a16="http://schemas.microsoft.com/office/drawing/2014/main" id="{76B62F46-8861-4996-A49D-63971D7F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Добавляем простые вспомогательные формы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9991409-05D9-42DC-A90C-E40E551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162522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1BAE1A6D-43F2-4320-A12F-4F008A0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B95E551-D8C8-44DF-B95D-27D509B4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01399DD-1159-4C91-A97C-7CD404B9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Зона заголовка и CTA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10A2C0E4-7D8C-4761-AD96-4FF8475A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B88E8-4A96-481E-A322-F8DE82E0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8A917-64B0-4A0F-AAFA-819E2571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F3EC988-D5AA-49A8-A99C-ADA8A65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EFA4E9D-ECE0-46DE-ABBC-23017423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6e6c64e694b0c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164813E-5495-4941-86A6-F8CCA0EC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94193054-BCE2-478C-A529-BDEF86B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9362fcc7048dc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633D2C42-4AEC-4235-BFF1-833617A2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D3A15374-6D22-45C7-A8DD-214DC250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413960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4EEF838F-CAAD-4623-85BB-827E8D51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7059D57-CA57-490A-948A-9B6424D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A1FDA8D-4105-4749-84CD-26DA22F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Five-Second Critique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1AD815E9-D22F-4EAE-9049-4B97108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5C7FD-96F6-4287-B8B3-F2E5A84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0DF36-A2A6-4EB7-9647-6654F95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25B7D73-6B4B-4AA3-BDE1-0CEA1F4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DBCC9EC-623F-4691-AE0A-17E5BA71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a18265ffa4072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748EA-BEBC-4D8C-81AF-95191C94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1629A-395E-428D-97D1-C2496E8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A91215B2-0AD7-4582-B881-67FB9C7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350869F-3052-4418-B76F-3F3213D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837CB-4DA6-4DE1-98D5-F6B52676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DFDFF-99D5-4393-97B4-D1AA2A8F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BFE1FBEE-B64E-4A79-87BB-5221757E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E06F21A5-ADBA-48AD-9025-7A55CED0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00081-E11C-42F8-B9F0-6095819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4E53A-1DC4-42B0-8ED6-4F66543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1B593DB1-B83F-4FC4-9610-3B7D180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Другой студент смотрит 5 секунд">
            <a:extLst xmlns:a="http://schemas.openxmlformats.org/drawingml/2006/main">
              <a:ext uri="{FF2B5EF4-FFF2-40B4-BE49-F238E27FC236}">
                <a16:creationId xmlns:a16="http://schemas.microsoft.com/office/drawing/2014/main" id="{22CE1305-4D79-4958-B2EE-AF554DB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Другой студент смотрит 5 секунд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FDEF0-83DF-47D6-B04E-4BCA494F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6858D-59C7-4398-9E79-B66B8F3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40AF2973-ABC7-4B76-ABC0-32E0536C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Называет первый объект и тему">
            <a:extLst xmlns:a="http://schemas.openxmlformats.org/drawingml/2006/main">
              <a:ext uri="{FF2B5EF4-FFF2-40B4-BE49-F238E27FC236}">
                <a16:creationId xmlns:a16="http://schemas.microsoft.com/office/drawing/2014/main" id="{79618903-C3A8-42F4-B46D-944EF9D2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Называет первый объект и тему</a:t>
            </a:r>
          </a:p>
        </p:txBody>
      </p:sp>
    </p:spTree>
    <p:extLst>
      <p:ext uri="{BB962C8B-B14F-4D97-AF65-F5344CB8AC3E}">
        <p14:creationId xmlns:p14="http://schemas.microsoft.com/office/powerpoint/2010/main" val="9009920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F6B7AB82-B78D-4123-AD2C-4788CD2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3C2036E4-A89D-4A44-A220-23148B9B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6AAEF61-AD9E-4192-905D-59DA1F49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исправлять после теста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AC450F55-F1E1-46D1-B86F-399C04B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4F35E-9206-4D00-8739-695BD29E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12C12-8F1A-4B4D-838A-13A604A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45D405B-E84D-4192-B843-A543D0E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FBDE129D-79BA-4996-8F8C-B976F3E0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0767d1e664822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E48B201C-26F5-4C4B-97E3-E7E8DD4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9B9FBE3-F7ED-48DF-AE10-05BDD7E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b4a42e82e48cd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08D177F9-BF72-4B1A-B3B4-79B3F35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031FF64-46E1-4134-AA1D-CEDEB87C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008f9823d4314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Если тема не считывается —…">
            <a:extLst xmlns:a="http://schemas.openxmlformats.org/drawingml/2006/main">
              <a:ext uri="{FF2B5EF4-FFF2-40B4-BE49-F238E27FC236}">
                <a16:creationId xmlns:a16="http://schemas.microsoft.com/office/drawing/2014/main" id="{B2E5AC96-2FB9-4168-8482-4B12134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Если тема не считывается — усилить центр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7ABE986-888E-45BE-99EF-C07B0138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94802090b4bd1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Если нет места тексту — очистить…">
            <a:extLst xmlns:a="http://schemas.openxmlformats.org/drawingml/2006/main">
              <a:ext uri="{FF2B5EF4-FFF2-40B4-BE49-F238E27FC236}">
                <a16:creationId xmlns:a16="http://schemas.microsoft.com/office/drawing/2014/main" id="{B668472F-37CA-4905-9BF9-3BCE1A2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Если нет места тексту — очистить зону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FC15D0B-DA74-4B74-921F-ADBB68F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6091638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3BA363BD-8C55-405C-95E7-C01199F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146EF70-B9A9-4CE5-A1E7-6279F5A1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B3D9614-E6E6-49D4-A4F9-6EFDC832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Типичные ошибки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C49100F4-BDF8-4A19-951B-54D32BF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6E2B2-248B-4341-807B-98E74CB7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4795D-768B-4F51-8756-8C62FE00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7F3F32B-112D-46A9-97A0-397BF0E8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18C48EB-6DCE-4E64-9ABF-ED8ECF50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e3b9b0e8d4aaf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3CB70CD7-18C6-44E0-A819-B821FCCB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96B80F74-4745-44EC-99FE-619547A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ed4e5626d408d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DB166325-2D7B-44FF-A768-200E2E2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A7EDAEE1-1A98-4FD2-A88C-E9D64EB9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4689876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E30A2050-410F-467D-A54D-CE0B67A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hero иллюстрация из предметов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B3846F3-9425-4B23-B5EE-F16609DA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BA4DF8E-DBBE-4FFA-94E4-965B92AE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занятия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4ED4A28-5F7D-444F-A035-1BBC8650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EC07B-714C-4A76-95A4-80A7698A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B46D0-683A-4BAD-B0D3-85907D2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3423E67-34DE-4336-8E83-64408FD0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П040 · Illustrator: hero-иллюстрация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DFFD8D0-DD22-41B3-8E96-C7BA45B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775b388624733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6D7A3-F8BF-4F4E-BD74-7E882BD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5B91F-BF7A-4468-901B-1CF35F2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6C6F7B24-E48E-4747-8EF9-BC38C9F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0249F1DE-5D47-4A80-AC46-099D027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E9F48-0717-4D61-8A97-2A69110D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E07F2-3531-46EC-885D-84A5668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3150B7E2-DC30-4E5D-99CE-DCBD036D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обираем историю сайта из предметов">
            <a:extLst xmlns:a="http://schemas.openxmlformats.org/drawingml/2006/main">
              <a:ext uri="{FF2B5EF4-FFF2-40B4-BE49-F238E27FC236}">
                <a16:creationId xmlns:a16="http://schemas.microsoft.com/office/drawing/2014/main" id="{C9442CAE-F1A6-4B6F-9322-E522835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историю сайта из предметов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450DE-4B10-4C03-B2A7-28972F2C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2C523-8A10-4CAB-BE78-BC5EB7A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1F215239-C78B-40D6-BC0E-C3B00EB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Черновой hero из собственных…">
            <a:extLst xmlns:a="http://schemas.openxmlformats.org/drawingml/2006/main">
              <a:ext uri="{FF2B5EF4-FFF2-40B4-BE49-F238E27FC236}">
                <a16:creationId xmlns:a16="http://schemas.microsoft.com/office/drawing/2014/main" id="{6F7BF1F0-C02E-40B2-A117-D9CBA9A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Черновой hero из собственных vector-assets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30500-8F14-4EF0-8D91-0CB9BDFF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7EBAE-872C-404E-BF90-0302768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889A3F34-6390-42D8-A767-73F7536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Есть визуальный центр и negative…">
            <a:extLst xmlns:a="http://schemas.openxmlformats.org/drawingml/2006/main">
              <a:ext uri="{FF2B5EF4-FFF2-40B4-BE49-F238E27FC236}">
                <a16:creationId xmlns:a16="http://schemas.microsoft.com/office/drawing/2014/main" id="{5A276834-2D1F-462C-BC55-CC38FC2B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Есть визуальный центр и negative space</a:t>
            </a:r>
          </a:p>
        </p:txBody>
      </p:sp>
    </p:spTree>
    <p:extLst>
      <p:ext uri="{BB962C8B-B14F-4D97-AF65-F5344CB8AC3E}">
        <p14:creationId xmlns:p14="http://schemas.microsoft.com/office/powerpoint/2010/main" val="394230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2026-09-13T13:18:47.6360000Z</dcterms:created>
  <dcterms:modified xsi:type="dcterms:W3CDTF">2026-09-13T13:18:47.6360000Z</dcterms:modified>
</coreProperties>
</file>