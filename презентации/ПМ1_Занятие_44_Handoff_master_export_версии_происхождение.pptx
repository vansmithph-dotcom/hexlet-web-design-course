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c864f36104f02" /><Relationship Type="http://schemas.openxmlformats.org/officeDocument/2006/relationships/extended-properties" Target="/docProps/app.xml" Id="Rc7b5b8a931a94065" /><Relationship Type="http://schemas.openxmlformats.org/officeDocument/2006/relationships/officeDocument" Target="/ppt/presentation.xml" Id="R9bca5ae33bb645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3a1a94a474b80"/>
  </p:sldMasterIdLst>
  <p:notesMasterIdLst>
    <p:notesMasterId xmlns:r="http://schemas.openxmlformats.org/officeDocument/2006/relationships" r:id="R31405e48fbac41a6"/>
  </p:notesMasterIdLst>
  <p:sldIdLst>
    <p:sldId xmlns:r="http://schemas.openxmlformats.org/officeDocument/2006/relationships" id="256" r:id="R3f4efcdea5654eb0"/>
    <p:sldId xmlns:r="http://schemas.openxmlformats.org/officeDocument/2006/relationships" id="257" r:id="R3c1926babd6743d9"/>
    <p:sldId xmlns:r="http://schemas.openxmlformats.org/officeDocument/2006/relationships" id="258" r:id="R1963e47d8d1349d9"/>
    <p:sldId xmlns:r="http://schemas.openxmlformats.org/officeDocument/2006/relationships" id="259" r:id="Rce255d8aa5c64307"/>
    <p:sldId xmlns:r="http://schemas.openxmlformats.org/officeDocument/2006/relationships" id="260" r:id="Rff695f6f85ab47fe"/>
    <p:sldId xmlns:r="http://schemas.openxmlformats.org/officeDocument/2006/relationships" id="261" r:id="R0a3a80093a0f4a04"/>
    <p:sldId xmlns:r="http://schemas.openxmlformats.org/officeDocument/2006/relationships" id="262" r:id="R00d19ceae86943de"/>
    <p:sldId xmlns:r="http://schemas.openxmlformats.org/officeDocument/2006/relationships" id="263" r:id="Re97e36a870804949"/>
    <p:sldId xmlns:r="http://schemas.openxmlformats.org/officeDocument/2006/relationships" id="264" r:id="Rf360a5f4948042d8"/>
    <p:sldId xmlns:r="http://schemas.openxmlformats.org/officeDocument/2006/relationships" id="265" r:id="Rc5052627587748c6"/>
    <p:sldId xmlns:r="http://schemas.openxmlformats.org/officeDocument/2006/relationships" id="266" r:id="R9d79e6fa340c4c3f"/>
    <p:sldId xmlns:r="http://schemas.openxmlformats.org/officeDocument/2006/relationships" id="267" r:id="R1014a978eb954c29"/>
    <p:sldId xmlns:r="http://schemas.openxmlformats.org/officeDocument/2006/relationships" id="268" r:id="Ra11bd2e5c1884325"/>
    <p:sldId xmlns:r="http://schemas.openxmlformats.org/officeDocument/2006/relationships" id="269" r:id="Ra859dfae29d74deb"/>
    <p:sldId xmlns:r="http://schemas.openxmlformats.org/officeDocument/2006/relationships" id="270" r:id="R710fe7e4caec47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900f542df4341" /><Relationship Type="http://schemas.openxmlformats.org/officeDocument/2006/relationships/slideMaster" Target="/ppt/slideMasters/slideMaster1.xml" Id="Re153a1a94a474b80" /><Relationship Type="http://schemas.openxmlformats.org/officeDocument/2006/relationships/notesMaster" Target="/ppt/notesMasters/notesMaster1.xml" Id="R31405e48fbac41a6" /><Relationship Type="http://schemas.openxmlformats.org/officeDocument/2006/relationships/presProps" Target="/ppt/presProps.xml" Id="R9bee401f9ca6498b" /><Relationship Type="http://schemas.openxmlformats.org/officeDocument/2006/relationships/tableStyles" Target="/ppt/tableStyles.xml" Id="Rcb41f21aac2c41db" /><Relationship Type="http://schemas.openxmlformats.org/officeDocument/2006/relationships/slide" Target="/ppt/slides/slide1.xml" Id="R3f4efcdea5654eb0" /><Relationship Type="http://schemas.openxmlformats.org/officeDocument/2006/relationships/slide" Target="/ppt/slides/slide2.xml" Id="R3c1926babd6743d9" /><Relationship Type="http://schemas.openxmlformats.org/officeDocument/2006/relationships/slide" Target="/ppt/slides/slide3.xml" Id="R1963e47d8d1349d9" /><Relationship Type="http://schemas.openxmlformats.org/officeDocument/2006/relationships/slide" Target="/ppt/slides/slide4.xml" Id="Rce255d8aa5c64307" /><Relationship Type="http://schemas.openxmlformats.org/officeDocument/2006/relationships/slide" Target="/ppt/slides/slide5.xml" Id="Rff695f6f85ab47fe" /><Relationship Type="http://schemas.openxmlformats.org/officeDocument/2006/relationships/slide" Target="/ppt/slides/slide6.xml" Id="R0a3a80093a0f4a04" /><Relationship Type="http://schemas.openxmlformats.org/officeDocument/2006/relationships/slide" Target="/ppt/slides/slide7.xml" Id="R00d19ceae86943de" /><Relationship Type="http://schemas.openxmlformats.org/officeDocument/2006/relationships/slide" Target="/ppt/slides/slide8.xml" Id="Re97e36a870804949" /><Relationship Type="http://schemas.openxmlformats.org/officeDocument/2006/relationships/slide" Target="/ppt/slides/slide9.xml" Id="Rf360a5f4948042d8" /><Relationship Type="http://schemas.openxmlformats.org/officeDocument/2006/relationships/slide" Target="/ppt/slides/slide10.xml" Id="Rc5052627587748c6" /><Relationship Type="http://schemas.openxmlformats.org/officeDocument/2006/relationships/slide" Target="/ppt/slides/slide11.xml" Id="R9d79e6fa340c4c3f" /><Relationship Type="http://schemas.openxmlformats.org/officeDocument/2006/relationships/slide" Target="/ppt/slides/slide12.xml" Id="R1014a978eb954c29" /><Relationship Type="http://schemas.openxmlformats.org/officeDocument/2006/relationships/slide" Target="/ppt/slides/slide13.xml" Id="Ra11bd2e5c1884325" /><Relationship Type="http://schemas.openxmlformats.org/officeDocument/2006/relationships/slide" Target="/ppt/slides/slide14.xml" Id="Ra859dfae29d74deb" /><Relationship Type="http://schemas.openxmlformats.org/officeDocument/2006/relationships/slide" Target="/ppt/slides/slide15.xml" Id="R710fe7e4caec47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a66295e4e546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daa1919524743" /><Relationship Type="http://schemas.openxmlformats.org/officeDocument/2006/relationships/notesMaster" Target="/ppt/notesMasters/notesMaster1.xml" Id="R4fb3e71f725c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3d2382524941f2" /><Relationship Type="http://schemas.openxmlformats.org/officeDocument/2006/relationships/notesMaster" Target="/ppt/notesMasters/notesMaster1.xml" Id="Read3904076aa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765671dc3495e" /><Relationship Type="http://schemas.openxmlformats.org/officeDocument/2006/relationships/notesMaster" Target="/ppt/notesMasters/notesMaster1.xml" Id="R2387e3301b3b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eb68727614d2a" /><Relationship Type="http://schemas.openxmlformats.org/officeDocument/2006/relationships/notesMaster" Target="/ppt/notesMasters/notesMaster1.xml" Id="Rb4545b7e1682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efbaa132e43c9" /><Relationship Type="http://schemas.openxmlformats.org/officeDocument/2006/relationships/notesMaster" Target="/ppt/notesMasters/notesMaster1.xml" Id="Rcaef2f52f9074d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cecce90884b84" /><Relationship Type="http://schemas.openxmlformats.org/officeDocument/2006/relationships/notesMaster" Target="/ppt/notesMasters/notesMaster1.xml" Id="Rf4b77f3522d044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ee018c135b4808" /><Relationship Type="http://schemas.openxmlformats.org/officeDocument/2006/relationships/notesMaster" Target="/ppt/notesMasters/notesMaster1.xml" Id="R6c28d6ed7b1c49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83d865c62442ee" /><Relationship Type="http://schemas.openxmlformats.org/officeDocument/2006/relationships/notesMaster" Target="/ppt/notesMasters/notesMaster1.xml" Id="Rdd14634f002742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4008e351c4ad6" /><Relationship Type="http://schemas.openxmlformats.org/officeDocument/2006/relationships/notesMaster" Target="/ppt/notesMasters/notesMaster1.xml" Id="Ra5daec3aaf434e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cdc8dc381473d" /><Relationship Type="http://schemas.openxmlformats.org/officeDocument/2006/relationships/notesMaster" Target="/ppt/notesMasters/notesMaster1.xml" Id="R71ce488bb8f645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1688f86aec478d" /><Relationship Type="http://schemas.openxmlformats.org/officeDocument/2006/relationships/notesMaster" Target="/ppt/notesMasters/notesMaster1.xml" Id="R55918f16513c40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cc7f58a6ae4eb3" /><Relationship Type="http://schemas.openxmlformats.org/officeDocument/2006/relationships/notesMaster" Target="/ppt/notesMasters/notesMaster1.xml" Id="Rbe3537f8d1304b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390867cf33406a" /><Relationship Type="http://schemas.openxmlformats.org/officeDocument/2006/relationships/notesMaster" Target="/ppt/notesMasters/notesMaster1.xml" Id="R635f004671f74c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5e0820f3764d88" /><Relationship Type="http://schemas.openxmlformats.org/officeDocument/2006/relationships/notesMaster" Target="/ppt/notesMasters/notesMaster1.xml" Id="R845ba878c28d46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735bfa8e5a4714" /><Relationship Type="http://schemas.openxmlformats.org/officeDocument/2006/relationships/notesMaster" Target="/ppt/notesMasters/notesMaster1.xml" Id="R42f04f1bca05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единая обложка серии РО 1.1.</a:t>
            </a:r>
          </a:p>
          <a:p xmlns:a="http://schemas.openxmlformats.org/drawingml/2006/main">
            <a:r>
              <a:t>Alt-текст: рабочее место дизайнера с монитором, графическими материалами и видом на город.</a:t>
            </a:r>
          </a:p>
          <a:p xmlns:a="http://schemas.openxmlformats.org/drawingml/2006/main">
            <a:r>
              <a:t>Источник: обязательный hero серии ПМ1, учебное изображение, созданное ИИ через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«Проект должен жить без автора».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«Проект должен жить без автора».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44-01.png.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Хаотичный музейный архив без упаковки рядом с организованными бескислотными коробами.</a:t>
            </a:r>
          </a:p>
          <a:p xmlns:a="http://schemas.openxmlformats.org/drawingml/2006/main">
            <a:r>
              <a:t>2. Источник, экспорт, preview и паспорт объекта как физические материалы.</a:t>
            </a:r>
          </a:p>
          <a:p xmlns:a="http://schemas.openxmlformats.org/drawingml/2006/main">
            <a:r>
              <a:t>3. Запечатанный транспортировочный ящик и защищённый накопитель передаются хранителю.</a:t>
            </a:r>
          </a:p>
          <a:p xmlns:a="http://schemas.openxmlformats.org/drawingml/2006/main">
            <a:r>
              <a:t>4. Три физические версии одного музейного предмета с заметными изменениями.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«Результат занятия».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«Результат занятия».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44-02.png.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Хаотичный музейный архив без упаковки рядом с организованными бескислотными коробами.</a:t>
            </a:r>
          </a:p>
          <a:p xmlns:a="http://schemas.openxmlformats.org/drawingml/2006/main">
            <a:r>
              <a:t>2. Источник, экспорт, preview и паспорт объекта как физические материалы.</a:t>
            </a:r>
          </a:p>
          <a:p xmlns:a="http://schemas.openxmlformats.org/drawingml/2006/main">
            <a:r>
              <a:t>3. Запечатанный транспортировочный ящик и защищённый накопитель передаются хранителю.</a:t>
            </a:r>
          </a:p>
          <a:p xmlns:a="http://schemas.openxmlformats.org/drawingml/2006/main">
            <a:r>
              <a:t>4. Три физические версии одного музейного предмета с заметными изменениями.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«Master и export».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«Master и export».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44-03.png.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Хаотичный музейный архив без упаковки рядом с организованными бескислотными коробами.</a:t>
            </a:r>
          </a:p>
          <a:p xmlns:a="http://schemas.openxmlformats.org/drawingml/2006/main">
            <a:r>
              <a:t>2. Источник, экспорт, preview и паспорт объекта как физические материалы.</a:t>
            </a:r>
          </a:p>
          <a:p xmlns:a="http://schemas.openxmlformats.org/drawingml/2006/main">
            <a:r>
              <a:t>3. Запечатанный транспортировочный ящик и защищённый накопитель передаются хранителю.</a:t>
            </a:r>
          </a:p>
          <a:p xmlns:a="http://schemas.openxmlformats.org/drawingml/2006/main">
            <a:r>
              <a:t>4. Три физические версии одного музейного предмета с заметными изменениями.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«Понятные имена».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«Понятные имена».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44-04.png.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Хаотичный музейный архив без упаковки рядом с организованными бескислотными коробами.</a:t>
            </a:r>
          </a:p>
          <a:p xmlns:a="http://schemas.openxmlformats.org/drawingml/2006/main">
            <a:r>
              <a:t>2. Источник, экспорт, preview и паспорт объекта как физические материалы.</a:t>
            </a:r>
          </a:p>
          <a:p xmlns:a="http://schemas.openxmlformats.org/drawingml/2006/main">
            <a:r>
              <a:t>3. Запечатанный транспортировочный ящик и защищённый накопитель передаются хранителю.</a:t>
            </a:r>
          </a:p>
          <a:p xmlns:a="http://schemas.openxmlformats.org/drawingml/2006/main">
            <a:r>
              <a:t>4. Три физические версии одного музейного предмета с заметными изменениями.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«Происхождение материала».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«Происхождение материала».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44-05.png.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Каталожная карточка происхождения рядом с объектом, поля пустые.</a:t>
            </a:r>
          </a:p>
          <a:p xmlns:a="http://schemas.openxmlformats.org/drawingml/2006/main">
            <a:r>
              <a:t>2. Независимый поиск предмета в архиве без помощи автора.</a:t>
            </a:r>
          </a:p>
          <a:p xmlns:a="http://schemas.openxmlformats.org/drawingml/2006/main">
            <a:r>
              <a:t>3. До и после: хаотичные полки превращаются в ясную структуру с цветными метками без слов.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«README проекта».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«README проекта».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44-06.png.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Каталожная карточка происхождения рядом с объектом, поля пустые.</a:t>
            </a:r>
          </a:p>
          <a:p xmlns:a="http://schemas.openxmlformats.org/drawingml/2006/main">
            <a:r>
              <a:t>2. Независимый поиск предмета в архиве без помощи автора.</a:t>
            </a:r>
          </a:p>
          <a:p xmlns:a="http://schemas.openxmlformats.org/drawingml/2006/main">
            <a:r>
              <a:t>3. До и после: хаотичные полки превращаются в ясную структуру с цветными метками без слов.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«Показ преподавателя».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П44; визуально раскрывает тему «Показ преподавателя».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44-07.png.</a:t>
            </a:r>
          </a:p>
          <a:p xmlns:a="http://schemas.openxmlformats.org/drawingml/2006/main">
            <a:r>
              <a:t>Полный промпт: Контактный лист 2×2, созданный специально для П44.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P44-B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Каталожная карточка происхождения рядом с объектом, поля пустые.</a:t>
            </a:r>
          </a:p>
          <a:p xmlns:a="http://schemas.openxmlformats.org/drawingml/2006/main">
            <a:r>
              <a:t>2. Независимый поиск предмета в архиве без помощи автора.</a:t>
            </a:r>
          </a:p>
          <a:p xmlns:a="http://schemas.openxmlformats.org/drawingml/2006/main">
            <a:r>
              <a:t>3. До и после: хаотичные полки превращаются в ясную структуру с цветными метками без слов.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ae46b06184c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16827faf7b4170" /><Relationship Type="http://schemas.openxmlformats.org/officeDocument/2006/relationships/slideLayout" Target="/ppt/slideLayouts/slideLayout1.xml" Id="R21f05dbed5f0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05dbed5f0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70a7afab5467c" /><Relationship Type="http://schemas.openxmlformats.org/officeDocument/2006/relationships/image" Target="/ppt/media/image.png" Id="R03414ccedc374e8b" /><Relationship Type="http://schemas.openxmlformats.org/officeDocument/2006/relationships/notesSlide" Target="/ppt/notesSlides/notesSlide1.xml" Id="R62cbb3bdbd75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c68b268f64c11" /><Relationship Type="http://schemas.openxmlformats.org/officeDocument/2006/relationships/image" Target="/ppt/media/image2.png" Id="Rba8eacb2028141a1" /><Relationship Type="http://schemas.openxmlformats.org/officeDocument/2006/relationships/notesSlide" Target="/ppt/notesSlides/notesSlide2.xml" Id="R4b93d8e14f72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f18c532774983" /><Relationship Type="http://schemas.openxmlformats.org/officeDocument/2006/relationships/image" Target="/ppt/media/image3.png" Id="R183714dd4a814140" /><Relationship Type="http://schemas.openxmlformats.org/officeDocument/2006/relationships/notesSlide" Target="/ppt/notesSlides/notesSlide3.xml" Id="R8305fd9d329a45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09fc4bab6418d" /><Relationship Type="http://schemas.openxmlformats.org/officeDocument/2006/relationships/notesSlide" Target="/ppt/notesSlides/notesSlide4.xml" Id="R3c6c820264f1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5c725d8a34da7" /><Relationship Type="http://schemas.openxmlformats.org/officeDocument/2006/relationships/image" Target="/ppt/media/image4.png" Id="R254e735a989749ee" /><Relationship Type="http://schemas.openxmlformats.org/officeDocument/2006/relationships/notesSlide" Target="/ppt/notesSlides/notesSlide5.xml" Id="R6ba02244578f43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22c3b68c241ed" /><Relationship Type="http://schemas.openxmlformats.org/officeDocument/2006/relationships/notesSlide" Target="/ppt/notesSlides/notesSlide6.xml" Id="Ra2a05a6ba95240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537a92a6046bd" /><Relationship Type="http://schemas.openxmlformats.org/officeDocument/2006/relationships/image" Target="/ppt/media/image5.png" Id="R87c3e292b1e04243" /><Relationship Type="http://schemas.openxmlformats.org/officeDocument/2006/relationships/notesSlide" Target="/ppt/notesSlides/notesSlide7.xml" Id="R387844209aec44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be92f34dd4303" /><Relationship Type="http://schemas.openxmlformats.org/officeDocument/2006/relationships/notesSlide" Target="/ppt/notesSlides/notesSlide8.xml" Id="R3b95147d2c1f4a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d1ee4b524b35" /><Relationship Type="http://schemas.openxmlformats.org/officeDocument/2006/relationships/image" Target="/ppt/media/image6.png" Id="R73736b51742149e5" /><Relationship Type="http://schemas.openxmlformats.org/officeDocument/2006/relationships/notesSlide" Target="/ppt/notesSlides/notesSlide9.xml" Id="R5ac0d93fae55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372adfb10469c" /><Relationship Type="http://schemas.openxmlformats.org/officeDocument/2006/relationships/notesSlide" Target="/ppt/notesSlides/notesSlide10.xml" Id="R0a775ad9873e41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0df8a3cb347da" /><Relationship Type="http://schemas.openxmlformats.org/officeDocument/2006/relationships/image" Target="/ppt/media/image7.png" Id="R4ecf157a52ee4fa2" /><Relationship Type="http://schemas.openxmlformats.org/officeDocument/2006/relationships/notesSlide" Target="/ppt/notesSlides/notesSlide11.xml" Id="R80b51e50fd1046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3fe9c08ad4926" /><Relationship Type="http://schemas.openxmlformats.org/officeDocument/2006/relationships/image" Target="/ppt/media/image8.png" Id="Rfd533b20e9424584" /><Relationship Type="http://schemas.openxmlformats.org/officeDocument/2006/relationships/notesSlide" Target="/ppt/notesSlides/notesSlide12.xml" Id="R63a75b0564664f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45221896b4893" /><Relationship Type="http://schemas.openxmlformats.org/officeDocument/2006/relationships/notesSlide" Target="/ppt/notesSlides/notesSlide13.xml" Id="R38c2ee44d85e47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41b5cedbf4990" /><Relationship Type="http://schemas.openxmlformats.org/officeDocument/2006/relationships/notesSlide" Target="/ppt/notesSlides/notesSlide14.xml" Id="R8d7610f0fc7d40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b0bd83f974fc0" /><Relationship Type="http://schemas.openxmlformats.org/officeDocument/2006/relationships/notesSlide" Target="/ppt/notesSlides/notesSlide15.xml" Id="Rdee01971736946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14ccedc374e8b"/>
          <a:srcRect xmlns:a="http://schemas.openxmlformats.org/drawingml/2006/main" l="16506" t="0" r="16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0"/>
            <a:ext cx="81629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AA101-52C8-479C-95AC-89B2BC2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ADCD2-2194-4328-9E0A-BC7B351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09C01-50C8-4873-9849-FF63480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FF285-3D9D-42CD-91EB-03F53A4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2CFE5-D8E4-49E6-A488-725C45A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4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2565E-D591-453F-9214-0648054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4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Передаём проект так, чтобы другой человек не гадал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8DAEA-A358-450B-A77F-0FF74B91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7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F878D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494662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C5B5A5DF-A05E-4763-B2EC-661A7AF1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E90BFB3-4F2F-489C-8148-F8190F5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5EF6B-6537-4275-ACE2-FFFCA61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EFBD5-34C3-461B-BCA2-F2605E1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0B108CBF-05DD-4E34-945A-3A36551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AED926E-1B10-488C-9FB9-AD71CD66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Проект должен жить без автора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63BE781-0FB7-489D-AE29-36CCB73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Профессиональный файл можно открыть и продолжить без устного сопровождения.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eacb2028141a1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192D556F-8A69-4479-A2BF-2298747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Понятность структуры входит в качество работы.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B5200-D85D-423F-A61F-78B3985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01A43-C1A0-475A-96BF-BCAE1A72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99576A0-3E73-4C77-A012-17034FB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Понятность структуры входит в качество работы.</a:t>
            </a:r>
          </a:p>
        </p:txBody>
      </p:sp>
    </p:spTree>
    <p:extLst>
      <p:ext uri="{BB962C8B-B14F-4D97-AF65-F5344CB8AC3E}">
        <p14:creationId xmlns:p14="http://schemas.microsoft.com/office/powerpoint/2010/main" val="315296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08F9A901-B0FC-4DF7-BD4F-549A805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AEA349C-2C9F-465F-A05F-B6DBD65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1D1A-BCA7-4A0F-86C3-8DD0457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C788-95FE-434B-8DB7-C2D40850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D5900777-78B4-4D9C-9C08-BBAAD25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F0771BF-248E-4D14-B6B9-3B9D437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3CDB503A-11C9-423A-800E-87E57A1D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Папка проекта, README, SOURCES, редактируемые masters, exports и preview.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714dd4a814140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ABCF5A16-9D50-4B15-97FE-2009FD08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Сегодня сдаётся рабочий комплект.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75090-468D-455A-B155-12D4B2AD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CFD44-C56F-4DDD-A1F7-99D5A934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CF984BB-1F71-4DFC-A3E5-B1BDF2D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Сегодня сдаётся рабочий комплект.</a:t>
            </a:r>
          </a:p>
        </p:txBody>
      </p:sp>
    </p:spTree>
    <p:extLst>
      <p:ext uri="{BB962C8B-B14F-4D97-AF65-F5344CB8AC3E}">
        <p14:creationId xmlns:p14="http://schemas.microsoft.com/office/powerpoint/2010/main" val="148400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0D431F36-B8B1-4904-8B62-7663829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FBE68F5-37BF-41F9-985E-51A05596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5217E-2885-4B69-86FB-17E05944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EB90-23B4-42A3-964F-5F8CAA9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78622340-C732-4297-8B06-92E1A7B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EEE128-2AA1-4620-B71D-47B48AC5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Граница handoff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B41EE1E4-0703-43CE-82B0-5D7F3E40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6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Дизайнер передаёт assets, назначение, размеры, состояния и ограничения. Реализацию выбирает разработчик.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61C1C-6EE7-4C84-B2CA-7717C68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F7E77-969A-4405-B5E3-42A9985F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6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Дизайнер передаёт assets, назначение, размеры, состояния и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309E4-A65C-46DA-9495-8F15C20C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D5686-E693-4E19-BC13-1C6DFD8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Реализацию выбирает разработчик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822CD-78A6-4209-8FA6-DDD5F1D5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8ABEE-E425-40FE-8CE5-246D565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C6DE1-B1A9-4D39-8FE1-13110BE9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19DA5-E943-4865-8A85-6D52671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B3538-C470-4A18-9F14-DF21F62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Handoff объясняет решение и сохраняет границы профессии.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64E1176F-D982-46FD-BB02-47208B4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Handoff объясняет решение и сохраняет границы профессии.</a:t>
            </a:r>
          </a:p>
        </p:txBody>
      </p:sp>
    </p:spTree>
    <p:extLst>
      <p:ext uri="{BB962C8B-B14F-4D97-AF65-F5344CB8AC3E}">
        <p14:creationId xmlns:p14="http://schemas.microsoft.com/office/powerpoint/2010/main" val="1745295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64EF7FEF-E760-4EFD-B75B-20BEE05E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F3432E5-1103-4BB6-A4F1-ECA560B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6EECD-19A8-4340-AE01-64CB9199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3EB3B-B9AA-463A-99B1-72F07797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E3BE5185-466E-4D20-A4B1-8EE1E561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F60660-19B4-4AD8-BB21-E2913AE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Master и export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031E908-2339-49EF-80F8-C695C1C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Master редактируют. Export используют. Preview только показывает результат.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e735a989749ee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28F24081-2F5C-4C92-AA25-D932907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Export можно пересоздать, master нужно сохранить.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5F15F-8C83-480E-A3EB-D1D5143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DA9BA-7DE9-48DC-B6EB-FA7ECEDB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A42E96D-0B35-4B03-B117-626938F4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Export можно пересоздать, master нужно сохранить.</a:t>
            </a:r>
          </a:p>
        </p:txBody>
      </p:sp>
    </p:spTree>
    <p:extLst>
      <p:ext uri="{BB962C8B-B14F-4D97-AF65-F5344CB8AC3E}">
        <p14:creationId xmlns:p14="http://schemas.microsoft.com/office/powerpoint/2010/main" val="1277511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2A54907A-F82D-462A-86C4-2EF1DB1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E85F8C1-F66D-4972-9790-07A781F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D6D9-FE82-464F-ABE9-2DC58A5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C9DA-F243-4D58-8188-F567F85E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03953F59-2355-411F-8301-9D8F946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64A1D5-4E23-47A2-92AC-CB8F775C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Структура папок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414A414-063D-4F36-8592-6B89C020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01_master, 02_export, 03_figma, 04_preview, README и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D3BD0-A3CD-4AC7-8A4E-926A03E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66ECA-2517-4C59-BF16-BD7B33E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7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01_master, 02_export, 03_figma, 04_preview, README и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F520B-CFBD-4273-93D9-AB4336E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EF494-E597-48F2-851C-4E79515F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229E7-EAF5-46A5-A85B-B85B4593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FF3EF-69B7-46C6-B441-87206E51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AC5DC-CDA6-4E24-9CDD-5D3613B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E6AA3-C682-42D8-B25F-339E850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2402-4E95-40F2-8F9D-1D204A1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Путь к нужному файлу короткий и предсказуемый.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CC9F593-8943-4092-B4F5-E5B8F51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Путь к нужному файлу короткий и предсказуемый.</a:t>
            </a:r>
          </a:p>
        </p:txBody>
      </p:sp>
    </p:spTree>
    <p:extLst>
      <p:ext uri="{BB962C8B-B14F-4D97-AF65-F5344CB8AC3E}">
        <p14:creationId xmlns:p14="http://schemas.microsoft.com/office/powerpoint/2010/main" val="907729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83BEBE74-ACC3-4E37-9007-5EFBCEC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CA556E8-19B4-4127-9D1F-B4150D8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584B2-4F5F-4498-BB33-6579795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BDAA8-CEBE-47F7-BA68-35CBF8E2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522937EE-A28B-416B-89B6-D3939D3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02C8223-D939-489A-A328-293CDE1A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Понятные имена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8EDC7C4-7BEA-48E4-A325-45C6E68F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Имя отвечает на вопросы: что это, где используется и какая версия актуальна.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3e292b1e04243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1AE31C4B-0872-4A5F-A4F9-465B11B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museum-key-card-v02.svg понятнее, чем final-new.svg.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2D5BA-4BE5-49CA-9F66-4B36BEE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14ABA-FA1A-438D-917E-5CFE50B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FEAD674-6B91-41D6-9547-CE3EF9A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museum-key-card-v02.svg понятнее, чем final-new.svg.</a:t>
            </a:r>
          </a:p>
        </p:txBody>
      </p:sp>
    </p:spTree>
    <p:extLst>
      <p:ext uri="{BB962C8B-B14F-4D97-AF65-F5344CB8AC3E}">
        <p14:creationId xmlns:p14="http://schemas.microsoft.com/office/powerpoint/2010/main" val="529473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9CBB39E5-98CA-4133-B20D-5AC26EB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A915A33-A06C-4B39-875D-F2E9193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62E81-FB85-4103-9A4C-8CF9F3FD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F2F96-5B1B-42E3-9E7F-9F7DCD1D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373631F-3585-4D68-A461-1ED7B61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9F2DB5A-AA6E-4BE3-AEE3-0F0FDE1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Версии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210CBA1-B54E-427B-ADE1-51B4D85C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7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Новая версия появляется при содержательном изменении. Черновики не конкурируют с актуальным файлом.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933D7-8C79-43B5-81BB-B53AA04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FD552-EE03-4A4F-BCB8-CC912A87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B6305-6B8C-4279-978B-ADD38D02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70028-FEC9-4D82-A4BB-3BF1F8D3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8562C-C069-42B6-8706-9D8A3774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CDD43-1B35-4271-A18F-8336E56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F3315-9B6E-488E-87DA-0F986BCC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История изменений должна читаться.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A4BD0B71-BFA8-4B72-90D1-139BBB7E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История изменений должна читаться.</a:t>
            </a:r>
          </a:p>
        </p:txBody>
      </p:sp>
    </p:spTree>
    <p:extLst>
      <p:ext uri="{BB962C8B-B14F-4D97-AF65-F5344CB8AC3E}">
        <p14:creationId xmlns:p14="http://schemas.microsoft.com/office/powerpoint/2010/main" val="414635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16E8566F-9414-4F19-B6EA-989D036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BC86706-88BF-48B2-9D53-5EBB377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91EB1-3431-4B28-832C-5262EB0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CED87-A4A2-4059-AB0B-144FB96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B2AECB0F-9338-4376-BF19-B3B9689C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CDC52A-31C8-4317-A93C-94AF764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Происхождение материала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18A08EB-A432-49E2-B980-AA2AAEF7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Фиксируем собственные, учебные, разрешённые и созданные ИИ материалы.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36b51742149e5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E72F255A-9AC6-4081-B944-8A6FA5FC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 provenance комплект остаётся неполным.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84D9-6768-4711-9733-283276A5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E325D-394A-4575-AE53-35B0D54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1F01130-7413-4051-874F-E0AC8D5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 provenance комплект остаётся неполным.</a:t>
            </a:r>
          </a:p>
        </p:txBody>
      </p:sp>
    </p:spTree>
    <p:extLst>
      <p:ext uri="{BB962C8B-B14F-4D97-AF65-F5344CB8AC3E}">
        <p14:creationId xmlns:p14="http://schemas.microsoft.com/office/powerpoint/2010/main" val="1196821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DC5342FC-823B-402A-A978-178060C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E7A6F6-5D5C-4D20-A104-3C53784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224CC-A326-4E39-B103-E6E4A411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44BED-8837-4935-A97C-3A92995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00820621-3215-47E1-8AE0-BCAD92A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182860D-FF03-4C29-B0B5-8D8B004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Alt-текст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96B0B65-CBC0-429D-8C0E-68BBE232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Описание передаёт значимое содержание изображения в контексте страницы.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55D95-B161-4BA1-95DD-6507D888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B80AF-5C48-419B-825F-4D7830E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2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Описание передаёт значимое содержание изображения в контексте страницы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1D98-6908-4C16-AD7A-1532B137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5DD6A-498E-4720-BED9-83C23FB4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D2B28-7971-4234-874B-B312C172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26532-F5AD-4944-B719-C3DD73F9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85F03-F47D-4652-9312-03542742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52251-C72F-4687-AA15-52B2CE4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AE9DC-3C60-4BE7-9D07-B10FCE8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Имя файла и alt-текст выполняют разные задачи.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BFE1F23-2EB0-4B8E-9696-B94B3271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Имя файла и alt-текст выполняют разные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35347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4B893B65-5D58-4ADC-93A1-244BD189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5C9FD43-61C2-4C51-A10C-1C95C181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31203-70E7-4C4C-960B-DAD0BB43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DA206-717E-4CD8-BABC-E3D3654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40494421-CC23-4036-9426-BE64E26D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1B12CA-27A2-48AF-9E52-7E0DE0F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README проекта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1F05D30-F382-4AE7-9703-37414DB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Коротко: что открыть, где masters, где exports, что требует проверки.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f157a52ee4fa2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F3DC8114-E9F3-4CC7-8657-686580ED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README убирает главные вопросы получателя.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3B37F-C2D9-4BC3-BB8D-5C19861B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A1E02-1072-439F-BE66-0C18799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77D4E4B-9918-4DB2-A4AC-9B4A5C6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README убирает главные вопросы получателя.</a:t>
            </a:r>
          </a:p>
        </p:txBody>
      </p:sp>
    </p:spTree>
    <p:extLst>
      <p:ext uri="{BB962C8B-B14F-4D97-AF65-F5344CB8AC3E}">
        <p14:creationId xmlns:p14="http://schemas.microsoft.com/office/powerpoint/2010/main" val="1058327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FB3EE712-5180-43E9-B0BC-6902B03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956F249-FC2B-4D66-B991-3B35AE8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F7E3-F1B2-4732-BF72-FA9AF80B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A4E33-06D7-4497-8ED4-5ABCCD2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E76A5D07-142F-4B5D-AB8B-D98C10B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68DF3D7-0D20-4E23-92A0-F4160E8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A2B1E67-00E9-4BA9-8643-37E130A9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Сравниваем хаотичную папку и передаваемый комплект. Ищем один SVG и его master.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33b20e9424584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7A82745-E996-4482-AEBC-ECD227A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Время поиска показывает качество структуры.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D7A50-9C66-4E40-B757-92ECEC6D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37859-4E95-49EE-8AA1-8DF34A7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50EEA37-B164-4619-81CA-6466B90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Время поиска показывает качество структуры.</a:t>
            </a:r>
          </a:p>
        </p:txBody>
      </p:sp>
    </p:spTree>
    <p:extLst>
      <p:ext uri="{BB962C8B-B14F-4D97-AF65-F5344CB8AC3E}">
        <p14:creationId xmlns:p14="http://schemas.microsoft.com/office/powerpoint/2010/main" val="949983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54030809-44DC-45A6-8B58-86FBECA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FED7ADB-D387-4609-8217-F6B5E233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0B5C7-3EDF-4902-B2B4-FEB6F723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36D77-E7F1-4967-A17E-A24B0E7D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A44747B-6E6A-4C50-80CF-F0950B3D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F3017A-0AF7-47E6-B613-84A0C43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Тест без автора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361605F-5797-4C61-BB30-898C2ED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Получатель пять минут работает с папкой молча. Автор наблюдает и не помогает.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209A3-1FAE-4297-9231-B314E45F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06B2-B031-40D3-8FF1-2D2EAFB1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минут практики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50A5F-8EA5-419E-A65F-B9728B2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Получатель пять минут работает с папкой молча. Автор наблюдает и не помогает.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22419-3D05-4DF1-9435-1CA2D963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Вопрос получателя становится evidence дефекта handoff.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1FF122E-1AD3-4E83-AB23-8B44E17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Вопрос получателя становится evidence дефекта handoff.</a:t>
            </a:r>
          </a:p>
        </p:txBody>
      </p:sp>
    </p:spTree>
    <p:extLst>
      <p:ext uri="{BB962C8B-B14F-4D97-AF65-F5344CB8AC3E}">
        <p14:creationId xmlns:p14="http://schemas.microsoft.com/office/powerpoint/2010/main" val="1201251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5F83D252-79FE-4E47-BFF5-61DB2D1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907BBD8-D91F-403C-AFDF-03CCC218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BC79B-62AD-408A-AFD2-0E00A491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FB4F2-A279-435B-8A6F-E1DA908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BFF6F20D-3C87-4F8B-BC79-A65E1B1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134C160-ABD5-4DC2-8061-A8C9E21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Обязательная итерация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3D317594-8CB2-4624-AB7D-DA6D8B62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Исправьте один дефект, который остановил получателя. Повторите поиск.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A9D21-356C-476F-A6EA-62E75D2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E7730-CF95-42BF-8B4F-00FC9FF7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B7730-CA8B-4C96-B9AF-3F55C697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8B00F-900F-4350-A9D1-B06C90E5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3B78F-E27C-4149-8168-2F93C868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45EAF-0D7D-48A7-9627-080A9CE7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5991E-22DC-4AE5-8E16-02321BFD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Handoff проверяют передачей.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0356A17-BE56-4412-BB24-9C8E8046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Handoff проверяют передачей.</a:t>
            </a:r>
          </a:p>
        </p:txBody>
      </p:sp>
    </p:spTree>
    <p:extLst>
      <p:ext uri="{BB962C8B-B14F-4D97-AF65-F5344CB8AC3E}">
        <p14:creationId xmlns:p14="http://schemas.microsoft.com/office/powerpoint/2010/main" val="4572917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452456D2-C3A4-4D0D-9D41-0453F9B8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Handoff: master, export, версии и происхождение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E52EC53-03DB-47B8-B954-584C6658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77108-721D-4D14-BBF1-C6BB769F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77D5B-C2FC-456B-A6D7-9DF4376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EBA92F8E-B8A0-4092-BED2-D20A015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64B13E6-6F4E-452A-926B-9A4A8C3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П044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26CFC45-62B7-47CC-98DE-14EBB65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Проект можно открыть, понять и продолжить без автора.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71CF4-B357-4999-9FA0-3C9256B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BE6B5-1EB3-473F-8529-088AD6E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Проект можно открыть, понять и продолжить без автора.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1F5A6-792C-4269-B719-050A3F3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Следующий шаг: собрать первый экран промо-страницы.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F4A0270-DB9D-41D2-881A-6B729D63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Следующий шаг: собрать первый экран промо-страницы.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875358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2026-09-20T03:05:12.5910000Z</dcterms:created>
  <dcterms:modified xsi:type="dcterms:W3CDTF">2026-09-20T03:05:12.5910000Z</dcterms:modified>
</coreProperties>
</file>