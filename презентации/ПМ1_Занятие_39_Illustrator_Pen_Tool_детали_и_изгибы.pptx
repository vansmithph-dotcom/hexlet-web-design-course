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37efd8bec44d0a" /><Relationship Type="http://schemas.openxmlformats.org/officeDocument/2006/relationships/extended-properties" Target="/docProps/app.xml" Id="Rad019ab7dac744fa" /><Relationship Type="http://schemas.openxmlformats.org/officeDocument/2006/relationships/officeDocument" Target="/ppt/presentation.xml" Id="R454a721a694d47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c8a5c9ce1a4fc2"/>
  </p:sldMasterIdLst>
  <p:notesMasterIdLst>
    <p:notesMasterId xmlns:r="http://schemas.openxmlformats.org/officeDocument/2006/relationships" r:id="Ra186dc203143458d"/>
  </p:notesMasterIdLst>
  <p:sldIdLst>
    <p:sldId xmlns:r="http://schemas.openxmlformats.org/officeDocument/2006/relationships" id="256" r:id="R7d23dbe05ea04ffa"/>
    <p:sldId xmlns:r="http://schemas.openxmlformats.org/officeDocument/2006/relationships" id="257" r:id="R29746c2612c04cdc"/>
    <p:sldId xmlns:r="http://schemas.openxmlformats.org/officeDocument/2006/relationships" id="258" r:id="R8f2029f65067497e"/>
    <p:sldId xmlns:r="http://schemas.openxmlformats.org/officeDocument/2006/relationships" id="259" r:id="R5bd5a5903e344a4a"/>
    <p:sldId xmlns:r="http://schemas.openxmlformats.org/officeDocument/2006/relationships" id="260" r:id="R30d72810fa4b46e1"/>
    <p:sldId xmlns:r="http://schemas.openxmlformats.org/officeDocument/2006/relationships" id="261" r:id="R3a6350c69fcd46d3"/>
    <p:sldId xmlns:r="http://schemas.openxmlformats.org/officeDocument/2006/relationships" id="262" r:id="R84521e3c9fce494f"/>
    <p:sldId xmlns:r="http://schemas.openxmlformats.org/officeDocument/2006/relationships" id="263" r:id="R4181121dd3ed437b"/>
    <p:sldId xmlns:r="http://schemas.openxmlformats.org/officeDocument/2006/relationships" id="264" r:id="R9eab73988c7c46a2"/>
    <p:sldId xmlns:r="http://schemas.openxmlformats.org/officeDocument/2006/relationships" id="265" r:id="R161cb18bb6764c8b"/>
    <p:sldId xmlns:r="http://schemas.openxmlformats.org/officeDocument/2006/relationships" id="266" r:id="R4924f350a69349a5"/>
    <p:sldId xmlns:r="http://schemas.openxmlformats.org/officeDocument/2006/relationships" id="267" r:id="Rc85d47172ff747f6"/>
    <p:sldId xmlns:r="http://schemas.openxmlformats.org/officeDocument/2006/relationships" id="268" r:id="Rf953e0dc2d8a4b9f"/>
    <p:sldId xmlns:r="http://schemas.openxmlformats.org/officeDocument/2006/relationships" id="269" r:id="R13a1e1dadfb64c10"/>
    <p:sldId xmlns:r="http://schemas.openxmlformats.org/officeDocument/2006/relationships" id="270" r:id="R4a2e4d3c04a04368"/>
    <p:sldId xmlns:r="http://schemas.openxmlformats.org/officeDocument/2006/relationships" id="271" r:id="Ra743706346d549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7fc461397e45cf" /><Relationship Type="http://schemas.openxmlformats.org/officeDocument/2006/relationships/slideMaster" Target="/ppt/slideMasters/slideMaster1.xml" Id="Rdcc8a5c9ce1a4fc2" /><Relationship Type="http://schemas.openxmlformats.org/officeDocument/2006/relationships/notesMaster" Target="/ppt/notesMasters/notesMaster1.xml" Id="Ra186dc203143458d" /><Relationship Type="http://schemas.openxmlformats.org/officeDocument/2006/relationships/presProps" Target="/ppt/presProps.xml" Id="R2c468f9ca410412a" /><Relationship Type="http://schemas.openxmlformats.org/officeDocument/2006/relationships/tableStyles" Target="/ppt/tableStyles.xml" Id="R4315070cc70a479d" /><Relationship Type="http://schemas.openxmlformats.org/officeDocument/2006/relationships/slide" Target="/ppt/slides/slide1.xml" Id="R7d23dbe05ea04ffa" /><Relationship Type="http://schemas.openxmlformats.org/officeDocument/2006/relationships/slide" Target="/ppt/slides/slide2.xml" Id="R29746c2612c04cdc" /><Relationship Type="http://schemas.openxmlformats.org/officeDocument/2006/relationships/slide" Target="/ppt/slides/slide3.xml" Id="R8f2029f65067497e" /><Relationship Type="http://schemas.openxmlformats.org/officeDocument/2006/relationships/slide" Target="/ppt/slides/slide4.xml" Id="R5bd5a5903e344a4a" /><Relationship Type="http://schemas.openxmlformats.org/officeDocument/2006/relationships/slide" Target="/ppt/slides/slide5.xml" Id="R30d72810fa4b46e1" /><Relationship Type="http://schemas.openxmlformats.org/officeDocument/2006/relationships/slide" Target="/ppt/slides/slide6.xml" Id="R3a6350c69fcd46d3" /><Relationship Type="http://schemas.openxmlformats.org/officeDocument/2006/relationships/slide" Target="/ppt/slides/slide7.xml" Id="R84521e3c9fce494f" /><Relationship Type="http://schemas.openxmlformats.org/officeDocument/2006/relationships/slide" Target="/ppt/slides/slide8.xml" Id="R4181121dd3ed437b" /><Relationship Type="http://schemas.openxmlformats.org/officeDocument/2006/relationships/slide" Target="/ppt/slides/slide9.xml" Id="R9eab73988c7c46a2" /><Relationship Type="http://schemas.openxmlformats.org/officeDocument/2006/relationships/slide" Target="/ppt/slides/slide10.xml" Id="R161cb18bb6764c8b" /><Relationship Type="http://schemas.openxmlformats.org/officeDocument/2006/relationships/slide" Target="/ppt/slides/slide11.xml" Id="R4924f350a69349a5" /><Relationship Type="http://schemas.openxmlformats.org/officeDocument/2006/relationships/slide" Target="/ppt/slides/slide12.xml" Id="Rc85d47172ff747f6" /><Relationship Type="http://schemas.openxmlformats.org/officeDocument/2006/relationships/slide" Target="/ppt/slides/slide13.xml" Id="Rf953e0dc2d8a4b9f" /><Relationship Type="http://schemas.openxmlformats.org/officeDocument/2006/relationships/slide" Target="/ppt/slides/slide14.xml" Id="R13a1e1dadfb64c10" /><Relationship Type="http://schemas.openxmlformats.org/officeDocument/2006/relationships/slide" Target="/ppt/slides/slide15.xml" Id="R4a2e4d3c04a04368" /><Relationship Type="http://schemas.openxmlformats.org/officeDocument/2006/relationships/slide" Target="/ppt/slides/slide16.xml" Id="Ra743706346d549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28de6b381147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f43fcf16b84697" /><Relationship Type="http://schemas.openxmlformats.org/officeDocument/2006/relationships/notesMaster" Target="/ppt/notesMasters/notesMaster1.xml" Id="R2efbfbdc026342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49b8e1e7b3415f" /><Relationship Type="http://schemas.openxmlformats.org/officeDocument/2006/relationships/notesMaster" Target="/ppt/notesMasters/notesMaster1.xml" Id="Rfc6da6297f3946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e1d2d7886c42d5" /><Relationship Type="http://schemas.openxmlformats.org/officeDocument/2006/relationships/notesMaster" Target="/ppt/notesMasters/notesMaster1.xml" Id="R1a6dbc1ae0514b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a3b9e143d44dee" /><Relationship Type="http://schemas.openxmlformats.org/officeDocument/2006/relationships/notesMaster" Target="/ppt/notesMasters/notesMaster1.xml" Id="Rbb6db095f8a242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6789e3a8514610" /><Relationship Type="http://schemas.openxmlformats.org/officeDocument/2006/relationships/notesMaster" Target="/ppt/notesMasters/notesMaster1.xml" Id="R0920ac05a94641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50ffcc0a60409d" /><Relationship Type="http://schemas.openxmlformats.org/officeDocument/2006/relationships/notesMaster" Target="/ppt/notesMasters/notesMaster1.xml" Id="Rb073ea0e3caf4a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0c9d09e3bf4cad" /><Relationship Type="http://schemas.openxmlformats.org/officeDocument/2006/relationships/notesMaster" Target="/ppt/notesMasters/notesMaster1.xml" Id="Rdef1aa22e0684a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2b05d3982847f2" /><Relationship Type="http://schemas.openxmlformats.org/officeDocument/2006/relationships/notesMaster" Target="/ppt/notesMasters/notesMaster1.xml" Id="Rc8e892415b914e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6df7377d2c46f6" /><Relationship Type="http://schemas.openxmlformats.org/officeDocument/2006/relationships/notesMaster" Target="/ppt/notesMasters/notesMaster1.xml" Id="Rb11a6df2098f41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775b6215444bbb" /><Relationship Type="http://schemas.openxmlformats.org/officeDocument/2006/relationships/notesMaster" Target="/ppt/notesMasters/notesMaster1.xml" Id="R67422f6a789241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9630bd61c94dda" /><Relationship Type="http://schemas.openxmlformats.org/officeDocument/2006/relationships/notesMaster" Target="/ppt/notesMasters/notesMaster1.xml" Id="R9a1d03f8a2934f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c7e9c8e1094f08" /><Relationship Type="http://schemas.openxmlformats.org/officeDocument/2006/relationships/notesMaster" Target="/ppt/notesMasters/notesMaster1.xml" Id="Rdb20ea9c0b7848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bcc380463f41de" /><Relationship Type="http://schemas.openxmlformats.org/officeDocument/2006/relationships/notesMaster" Target="/ppt/notesMasters/notesMaster1.xml" Id="R8235cf4a162341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9489541d174e38" /><Relationship Type="http://schemas.openxmlformats.org/officeDocument/2006/relationships/notesMaster" Target="/ppt/notesMasters/notesMaster1.xml" Id="R30f45f62e32c43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bc252f92c94849" /><Relationship Type="http://schemas.openxmlformats.org/officeDocument/2006/relationships/notesMaster" Target="/ppt/notesMasters/notesMaster1.xml" Id="Re72ff2fded8c4b5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f089e3778b4aed" /><Relationship Type="http://schemas.openxmlformats.org/officeDocument/2006/relationships/notesMaster" Target="/ppt/notesMasters/notesMaster1.xml" Id="R61c243a7f43740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Обложка. Обязательное hero-изображение РО 1.1. Тема: Illustrator Pen Tool детали и изгибы.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Введение в Illustrator-блок.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Зачем Pen Tool после простых форм.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Кривая как конструкция.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Open path / closed path.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Показ преподавателя: действие, объяснение, повтор первого шага, самостоятельное усложнение.</a:t>
            </a:r>
          </a:p>
          <a:p xmlns:a="http://schemas.openxmlformats.org/drawingml/2006/main">
            <a:r>
              <a:t>Визуалы повторно использованы из принятого комплекта П039;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Corner point и smooth point.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Ловушка новичка: слишком много точек.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Эксперимент 1: S-кривая.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Эксперимент 2: петля и замыкание.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Где Pen Tool уместен.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MAKE: новая деталь к предмету.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Оптимизация формы.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До / после кривой.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Проверка small-size.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Критика узлов.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Итог занятия.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П039;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ecf3656ab4f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86745bda004ab0" /><Relationship Type="http://schemas.openxmlformats.org/officeDocument/2006/relationships/slideLayout" Target="/ppt/slideLayouts/slideLayout1.xml" Id="R8c94abaca7284b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94abaca7284b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46cf50e78475a" /><Relationship Type="http://schemas.openxmlformats.org/officeDocument/2006/relationships/image" Target="/ppt/media/image.png" Id="R4a15b474b7214e7b" /><Relationship Type="http://schemas.openxmlformats.org/officeDocument/2006/relationships/notesSlide" Target="/ppt/notesSlides/notesSlide1.xml" Id="R5c151e96505841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370d2865f41a8" /><Relationship Type="http://schemas.openxmlformats.org/officeDocument/2006/relationships/image" Target="/ppt/media/image.jpeg" Id="Re4f2cade93bd4382" /><Relationship Type="http://schemas.openxmlformats.org/officeDocument/2006/relationships/image" Target="/ppt/media/image2.jpeg" Id="Rdeb46e6e8ea04ce3" /><Relationship Type="http://schemas.openxmlformats.org/officeDocument/2006/relationships/image" Target="/ppt/media/image3.jpeg" Id="R5d74a033c2564dfe" /><Relationship Type="http://schemas.openxmlformats.org/officeDocument/2006/relationships/image" Target="/ppt/media/image4.jpeg" Id="R9ac9ad54f3b446dd" /><Relationship Type="http://schemas.openxmlformats.org/officeDocument/2006/relationships/notesSlide" Target="/ppt/notesSlides/notesSlide2.xml" Id="Ra230aa9fc31144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6a4212bff49f4" /><Relationship Type="http://schemas.openxmlformats.org/officeDocument/2006/relationships/image" Target="/ppt/media/image5.jpeg" Id="Ra7da435ce5c4483b" /><Relationship Type="http://schemas.openxmlformats.org/officeDocument/2006/relationships/image" Target="/ppt/media/image6.jpeg" Id="R38dcc2d1fccc4c9c" /><Relationship Type="http://schemas.openxmlformats.org/officeDocument/2006/relationships/notesSlide" Target="/ppt/notesSlides/notesSlide3.xml" Id="R1caac03fe94840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37c4e17204c50" /><Relationship Type="http://schemas.openxmlformats.org/officeDocument/2006/relationships/image" Target="/ppt/media/image7.jpeg" Id="R9b59fdc3b34d4a21" /><Relationship Type="http://schemas.openxmlformats.org/officeDocument/2006/relationships/notesSlide" Target="/ppt/notesSlides/notesSlide4.xml" Id="R509cb3b4e26e4e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7800cc5ee4dfb" /><Relationship Type="http://schemas.openxmlformats.org/officeDocument/2006/relationships/image" Target="/ppt/media/image8.jpeg" Id="R867ab9968bc24139" /><Relationship Type="http://schemas.openxmlformats.org/officeDocument/2006/relationships/image" Target="/ppt/media/image9.jpeg" Id="R360471d587ca4e8a" /><Relationship Type="http://schemas.openxmlformats.org/officeDocument/2006/relationships/image" Target="/ppt/media/image10.jpeg" Id="R5a0d76042f894972" /><Relationship Type="http://schemas.openxmlformats.org/officeDocument/2006/relationships/image" Target="/ppt/media/image11.jpeg" Id="R1c8d6ed06d9d4796" /><Relationship Type="http://schemas.openxmlformats.org/officeDocument/2006/relationships/notesSlide" Target="/ppt/notesSlides/notesSlide5.xml" Id="R2245c2d262e04f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5e77e7be441fe" /><Relationship Type="http://schemas.openxmlformats.org/officeDocument/2006/relationships/image" Target="/ppt/media/image12.jpeg" Id="R46ecfa5670a94c86" /><Relationship Type="http://schemas.openxmlformats.org/officeDocument/2006/relationships/image" Target="/ppt/media/image13.jpeg" Id="R648c561de3fd4ab0" /><Relationship Type="http://schemas.openxmlformats.org/officeDocument/2006/relationships/notesSlide" Target="/ppt/notesSlides/notesSlide6.xml" Id="R21a8db49d7c943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7e63458604e79" /><Relationship Type="http://schemas.openxmlformats.org/officeDocument/2006/relationships/image" Target="/ppt/media/image14.jpeg" Id="R9cac6e33d2004bee" /><Relationship Type="http://schemas.openxmlformats.org/officeDocument/2006/relationships/notesSlide" Target="/ppt/notesSlides/notesSlide7.xml" Id="Rc8bbc6ee832844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33ed4510e433e" /><Relationship Type="http://schemas.openxmlformats.org/officeDocument/2006/relationships/image" Target="/ppt/media/image15.jpeg" Id="R478e82a489d1408c" /><Relationship Type="http://schemas.openxmlformats.org/officeDocument/2006/relationships/image" Target="/ppt/media/image16.jpeg" Id="Rae246c8e94444851" /><Relationship Type="http://schemas.openxmlformats.org/officeDocument/2006/relationships/image" Target="/ppt/media/image17.jpeg" Id="Rbf702946fb764ff3" /><Relationship Type="http://schemas.openxmlformats.org/officeDocument/2006/relationships/image" Target="/ppt/media/image18.jpeg" Id="R47e6dd4ec3de4e6a" /><Relationship Type="http://schemas.openxmlformats.org/officeDocument/2006/relationships/notesSlide" Target="/ppt/notesSlides/notesSlide8.xml" Id="R5b77b136eb0249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c7373f88546b7" /><Relationship Type="http://schemas.openxmlformats.org/officeDocument/2006/relationships/image" Target="/ppt/media/image19.jpeg" Id="Ra87438f3cee94812" /><Relationship Type="http://schemas.openxmlformats.org/officeDocument/2006/relationships/image" Target="/ppt/media/image20.jpeg" Id="R762b5afc97a24993" /><Relationship Type="http://schemas.openxmlformats.org/officeDocument/2006/relationships/notesSlide" Target="/ppt/notesSlides/notesSlide9.xml" Id="Rb3a4e40ac4d648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176a347194382" /><Relationship Type="http://schemas.openxmlformats.org/officeDocument/2006/relationships/image" Target="/ppt/media/image21.jpeg" Id="R58eeb9e032c64904" /><Relationship Type="http://schemas.openxmlformats.org/officeDocument/2006/relationships/notesSlide" Target="/ppt/notesSlides/notesSlide10.xml" Id="R9c2ad8f0a1f541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afb6894f54464" /><Relationship Type="http://schemas.openxmlformats.org/officeDocument/2006/relationships/image" Target="/ppt/media/image22.jpeg" Id="R0b6d7ecac9bc4574" /><Relationship Type="http://schemas.openxmlformats.org/officeDocument/2006/relationships/image" Target="/ppt/media/image23.jpeg" Id="Re46bf70df79847ff" /><Relationship Type="http://schemas.openxmlformats.org/officeDocument/2006/relationships/image" Target="/ppt/media/image24.jpeg" Id="Re9541cb48996482f" /><Relationship Type="http://schemas.openxmlformats.org/officeDocument/2006/relationships/image" Target="/ppt/media/image25.jpeg" Id="R0840aa2cb49748a8" /><Relationship Type="http://schemas.openxmlformats.org/officeDocument/2006/relationships/notesSlide" Target="/ppt/notesSlides/notesSlide11.xml" Id="R6a556ecfc38d4d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09c9c6f9a4a81" /><Relationship Type="http://schemas.openxmlformats.org/officeDocument/2006/relationships/image" Target="/ppt/media/image26.jpeg" Id="R849f1aa302564e36" /><Relationship Type="http://schemas.openxmlformats.org/officeDocument/2006/relationships/image" Target="/ppt/media/image27.jpeg" Id="R56dffac24524408d" /><Relationship Type="http://schemas.openxmlformats.org/officeDocument/2006/relationships/notesSlide" Target="/ppt/notesSlides/notesSlide12.xml" Id="Rd10f3fe1c4f04f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d68de7ea9466c" /><Relationship Type="http://schemas.openxmlformats.org/officeDocument/2006/relationships/image" Target="/ppt/media/image28.jpeg" Id="Ra09c0f985db14178" /><Relationship Type="http://schemas.openxmlformats.org/officeDocument/2006/relationships/notesSlide" Target="/ppt/notesSlides/notesSlide13.xml" Id="Rdb1495d6cb1240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430d8679a43fa" /><Relationship Type="http://schemas.openxmlformats.org/officeDocument/2006/relationships/image" Target="/ppt/media/image29.jpeg" Id="Rb50fec59241747a4" /><Relationship Type="http://schemas.openxmlformats.org/officeDocument/2006/relationships/image" Target="/ppt/media/image30.jpeg" Id="R22fde3bc93ad49a6" /><Relationship Type="http://schemas.openxmlformats.org/officeDocument/2006/relationships/image" Target="/ppt/media/image31.jpeg" Id="R9af002884df94d84" /><Relationship Type="http://schemas.openxmlformats.org/officeDocument/2006/relationships/image" Target="/ppt/media/image32.jpeg" Id="R05c21d7fd64b4e14" /><Relationship Type="http://schemas.openxmlformats.org/officeDocument/2006/relationships/notesSlide" Target="/ppt/notesSlides/notesSlide14.xml" Id="R1871bf5633994e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cc288e1e44def" /><Relationship Type="http://schemas.openxmlformats.org/officeDocument/2006/relationships/image" Target="/ppt/media/image33.jpeg" Id="Rc3f438f02b0b4706" /><Relationship Type="http://schemas.openxmlformats.org/officeDocument/2006/relationships/image" Target="/ppt/media/image34.jpeg" Id="Rbda5ab3c3ee84cc3" /><Relationship Type="http://schemas.openxmlformats.org/officeDocument/2006/relationships/notesSlide" Target="/ppt/notesSlides/notesSlide15.xml" Id="R19a21b391ffb4b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7b4f4d4bb4cf3" /><Relationship Type="http://schemas.openxmlformats.org/officeDocument/2006/relationships/image" Target="/ppt/media/image35.jpeg" Id="Rbf15b71303d84e05" /><Relationship Type="http://schemas.openxmlformats.org/officeDocument/2006/relationships/notesSlide" Target="/ppt/notesSlides/notesSlide16.xml" Id="R8d61c21a5a9448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5b474b7214e7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9EF78-6987-411D-BECD-B16A824D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Хекслет Колледж">
            <a:extLst xmlns:a="http://schemas.openxmlformats.org/drawingml/2006/main">
              <a:ext uri="{FF2B5EF4-FFF2-40B4-BE49-F238E27FC236}">
                <a16:creationId xmlns:a16="http://schemas.microsoft.com/office/drawing/2014/main" id="{0EED2F42-46B4-4587-A608-F8997800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4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Хекслет Колледж</a:t>
            </a:r>
          </a:p>
        </p:txBody>
      </p:sp>
      <p:sp>
        <p:nvSpPr>
          <p:cNvPr id="4" name="ПМ1 · Сканирование и обработка…">
            <a:extLst xmlns:a="http://schemas.openxmlformats.org/drawingml/2006/main">
              <a:ext uri="{FF2B5EF4-FFF2-40B4-BE49-F238E27FC236}">
                <a16:creationId xmlns:a16="http://schemas.microsoft.com/office/drawing/2014/main" id="{9C550F0E-B94D-44B1-B28A-B6F16D15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866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ПМ1 · Сканирование и обработка</a:t>
            </a:r>
          </a:p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графической информации</a:t>
            </a:r>
          </a:p>
        </p:txBody>
      </p:sp>
      <p:sp>
        <p:nvSpPr>
          <p:cNvPr id="5" name="Занятие 39">
            <a:extLst xmlns:a="http://schemas.openxmlformats.org/drawingml/2006/main">
              <a:ext uri="{FF2B5EF4-FFF2-40B4-BE49-F238E27FC236}">
                <a16:creationId xmlns:a16="http://schemas.microsoft.com/office/drawing/2014/main" id="{CA92110E-AE2E-4139-8480-16AC8300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620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Занятие 39</a:t>
            </a:r>
          </a:p>
        </p:txBody>
      </p:sp>
      <p:sp>
        <p:nvSpPr>
          <p:cNvPr id="6" name="Illustrator Pen Tool детали и…">
            <a:extLst xmlns:a="http://schemas.openxmlformats.org/drawingml/2006/main">
              <a:ext uri="{FF2B5EF4-FFF2-40B4-BE49-F238E27FC236}">
                <a16:creationId xmlns:a16="http://schemas.microsoft.com/office/drawing/2014/main" id="{8026B093-999E-490E-AFC2-75212178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38350"/>
            <a:ext cx="3143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Pen Tool детали и изгибы</a:t>
            </a:r>
          </a:p>
        </p:txBody>
      </p:sp>
      <p:sp>
        <p:nvSpPr>
          <p:cNvPr id="7" name="От инструмента к обоснованному…">
            <a:extLst xmlns:a="http://schemas.openxmlformats.org/drawingml/2006/main">
              <a:ext uri="{FF2B5EF4-FFF2-40B4-BE49-F238E27FC236}">
                <a16:creationId xmlns:a16="http://schemas.microsoft.com/office/drawing/2014/main" id="{2C3D5EDD-F7FE-439F-8260-E273AC3B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4810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 инструмента к обоснованному</a:t>
            </a:r>
          </a:p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визуальному решению</a:t>
            </a:r>
          </a:p>
        </p:txBody>
      </p:sp>
      <p:sp>
        <p:nvSpPr>
          <p:cNvPr id="8" name="люди · идеи · инструменты ·…">
            <a:extLst xmlns:a="http://schemas.openxmlformats.org/drawingml/2006/main">
              <a:ext uri="{FF2B5EF4-FFF2-40B4-BE49-F238E27FC236}">
                <a16:creationId xmlns:a16="http://schemas.microsoft.com/office/drawing/2014/main" id="{2506919A-117C-41BB-ADD9-B75CA425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3341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E8587"/>
                </a:solidFill>
                <a:latin typeface="Arial"/>
                <a:ea typeface="Arial"/>
                <a:cs typeface="Arial"/>
              </a:rPr>
              <a:t>люди · идеи · инструменты · изображения · проекты</a:t>
            </a:r>
          </a:p>
        </p:txBody>
      </p:sp>
    </p:spTree>
    <p:extLst>
      <p:ext uri="{BB962C8B-B14F-4D97-AF65-F5344CB8AC3E}">
        <p14:creationId xmlns:p14="http://schemas.microsoft.com/office/powerpoint/2010/main" val="2756915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F34D0A9B-6786-4115-B54E-884014EA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Pen Tool детали и изгибы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1093A10E-22FE-4A13-A7B4-39F35B15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626578BB-BAA6-4091-9DF4-F24353A3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Введение в Illustrator-блок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36B2657A-CD23-474E-A221-4B81D0D2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69B3E-25EB-408F-8732-251DF40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941D2-C38E-4A64-AE54-C65B11ED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D86C546D-F9F8-4132-BA1E-839B93E0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П039 · Illustrator: Pen Tool без сложного рисования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CA175CD8-38CE-4AC0-9B7C-DF34A33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2cade93bd4382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5B271EA6-46AD-4763-9D95-D57B473E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4DF8AC84-A27F-4639-A499-9DF74FE6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46e6e8ea04ce3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От предмета к web-ассету">
            <a:extLst xmlns:a="http://schemas.openxmlformats.org/drawingml/2006/main">
              <a:ext uri="{FF2B5EF4-FFF2-40B4-BE49-F238E27FC236}">
                <a16:creationId xmlns:a16="http://schemas.microsoft.com/office/drawing/2014/main" id="{69873EA3-1C41-460A-9984-E6CF19CF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 предмета к web-ассету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F2336DBF-3DF8-4432-9F11-36E23D7B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4a033c2564dfe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MAKE">
            <a:extLst xmlns:a="http://schemas.openxmlformats.org/drawingml/2006/main">
              <a:ext uri="{FF2B5EF4-FFF2-40B4-BE49-F238E27FC236}">
                <a16:creationId xmlns:a16="http://schemas.microsoft.com/office/drawing/2014/main" id="{6FEB9B36-DDF2-4598-8F89-6E3F7C5A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MAKE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BA9AB5A9-EA37-4B38-9B02-25DE887F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9ad54f3b446dd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BRIDGE">
            <a:extLst xmlns:a="http://schemas.openxmlformats.org/drawingml/2006/main">
              <a:ext uri="{FF2B5EF4-FFF2-40B4-BE49-F238E27FC236}">
                <a16:creationId xmlns:a16="http://schemas.microsoft.com/office/drawing/2014/main" id="{46E1CB73-2C6E-4465-90FC-43F289FF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BRIDGE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2C8E4AC3-11E3-4962-B8C3-6C0183AF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813589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3C4572A2-499F-4DD1-BD76-ED03AEE6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Pen Tool детали и изгибы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D54494FB-6997-402D-A816-6044D883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B2F626A-8967-4A7B-809B-60BEBF47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 Pen Tool после простых форм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7E5D9D87-0334-433D-AD40-1467C6F1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B71D1-6F68-4C0F-BAB2-F3B11C63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737BE-6BBF-4BB4-9F70-F842F6A0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432EBC02-0B5D-46EE-8E0C-CA04C148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П039 · Illustrator: Pen Tool без сложного рисования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AACD01EB-E879-40D6-8DA6-E6A5D4F7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a435ce5c4483b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70D600D9-2962-41E2-B68B-714E2C9D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5F311EC6-BBC9-43C2-899E-F560CC5A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cc2d1fccc4c9c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Детали, изгибы и Bézier-кривые">
            <a:extLst xmlns:a="http://schemas.openxmlformats.org/drawingml/2006/main">
              <a:ext uri="{FF2B5EF4-FFF2-40B4-BE49-F238E27FC236}">
                <a16:creationId xmlns:a16="http://schemas.microsoft.com/office/drawing/2014/main" id="{840BA48C-2F3A-4328-95AE-5961C02C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Детали, изгибы и Bézier-кривые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F930C0BA-E51C-4679-B8E4-55918EB9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5216592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87AB4F79-B0AE-4E56-B930-E72A5EFA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Pen Tool детали и изгибы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1F514BED-6036-485A-ACE5-3AEB5CC0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E4CB671-A035-467F-96A7-BE80BD88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Кривая как конструкция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6B404441-F7F3-44D7-8AFD-9E3115BA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0750C-88E7-4EB9-9CEB-12C9F570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720BA-AA1D-4AC0-BF08-550C0FD3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F14E3FE1-C6A4-4FB6-AF37-97BDC59E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П039 · Illustrator: Pen Tool без сложного рисования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ED9C7572-790C-43F2-8C57-9EED6CF2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9fdc3b34d4a21"/>
          <a:srcRect xmlns:a="http://schemas.openxmlformats.org/drawingml/2006/main" l="7413" t="0" r="7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173CC-1B39-45F9-AC17-32879506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AEDAE-0D7D-4632-A7AB-FDE51A29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5DDFB0C2-6D90-4403-A5A7-E95FD9C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B43071BC-C0F3-4313-AA01-F14A6BD3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8EC5D-848C-4281-9A1E-42249DA3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8EDEA-D752-49FF-AA8C-963CB9E1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37403C42-6C17-4ADF-8667-445C3AAE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Детали, изгибы и Bézier-кривые">
            <a:extLst xmlns:a="http://schemas.openxmlformats.org/drawingml/2006/main">
              <a:ext uri="{FF2B5EF4-FFF2-40B4-BE49-F238E27FC236}">
                <a16:creationId xmlns:a16="http://schemas.microsoft.com/office/drawing/2014/main" id="{B8B3C3BD-FB7A-4CD7-AA3A-196D606B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Детали, изгибы и Bézier-кривые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D411F-FE03-4F64-9BA5-10D01011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DC768-6655-4049-903F-9930EE5D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72CED848-F9CE-4A6E-867E-824EF926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Anchor point фиксирует узел">
            <a:extLst xmlns:a="http://schemas.openxmlformats.org/drawingml/2006/main">
              <a:ext uri="{FF2B5EF4-FFF2-40B4-BE49-F238E27FC236}">
                <a16:creationId xmlns:a16="http://schemas.microsoft.com/office/drawing/2014/main" id="{9838FC3D-2A42-4BBD-9090-EAF5029B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Anchor point фиксирует узел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8DB91-A718-4E91-8E2E-86D6BD85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223145-3591-4F9C-AE91-BE4E3038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EE0983B6-856C-409D-A4DF-A09355DC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Handle задаёт направление и силу…">
            <a:extLst xmlns:a="http://schemas.openxmlformats.org/drawingml/2006/main">
              <a:ext uri="{FF2B5EF4-FFF2-40B4-BE49-F238E27FC236}">
                <a16:creationId xmlns:a16="http://schemas.microsoft.com/office/drawing/2014/main" id="{58E462A4-B3EE-4192-8173-8D7436F1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Handle задаёт направление и силу изгиба</a:t>
            </a:r>
          </a:p>
        </p:txBody>
      </p:sp>
    </p:spTree>
    <p:extLst>
      <p:ext uri="{BB962C8B-B14F-4D97-AF65-F5344CB8AC3E}">
        <p14:creationId xmlns:p14="http://schemas.microsoft.com/office/powerpoint/2010/main" val="8408832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Тема">
            <a:extLst xmlns:a="http://schemas.openxmlformats.org/drawingml/2006/main">
              <a:ext uri="{FF2B5EF4-FFF2-40B4-BE49-F238E27FC236}">
                <a16:creationId xmlns:a16="http://schemas.microsoft.com/office/drawing/2014/main" id="{44D64387-3828-4EFE-92B6-845FC168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Pen Tool детали и изгибы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F5D7C3BC-6D50-4115-A4EF-1639E6B6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782D966-845D-43EE-A5AD-61A1E66C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преподавателя: действие → объяснение → повтор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C41DE813-C2C3-44E8-8140-05199167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E6465-12BF-43D7-B50B-2A4689A3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718D0-BBB1-4D41-B3F9-B3DC9FF5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84BFDB0A-00E1-4A1F-9F0C-B91831E3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П039 · Illustrator: Pen Tool без сложного рисования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A2C784AA-252C-4F3E-9270-225F046B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8E35C-C982-43BE-A00A-D0973EBD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3D6A2-0571-4442-A4D1-AFC75BC6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1">
            <a:extLst xmlns:a="http://schemas.openxmlformats.org/drawingml/2006/main">
              <a:ext uri="{FF2B5EF4-FFF2-40B4-BE49-F238E27FC236}">
                <a16:creationId xmlns:a16="http://schemas.microsoft.com/office/drawing/2014/main" id="{419C27E6-7B61-46F0-80B5-9B6B4CAD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ab9968bc24139"/>
          <a:srcRect xmlns:a="http://schemas.openxmlformats.org/drawingml/2006/main" l="0" t="2351" r="0" b="2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3" name="Преподаватель показывает действие…">
            <a:extLst xmlns:a="http://schemas.openxmlformats.org/drawingml/2006/main">
              <a:ext uri="{FF2B5EF4-FFF2-40B4-BE49-F238E27FC236}">
                <a16:creationId xmlns:a16="http://schemas.microsoft.com/office/drawing/2014/main" id="{CB41F54B-0D2F-4756-BDC1-84554F89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показывает действие в рабочем файле.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28D18-11DF-4B86-8AB3-7C6CBD5D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1F18D-60CF-44C3-AE88-0A510055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D8788601-E0E7-44A4-BBA7-6DE5DA42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471d587ca4e8a"/>
          <a:srcRect xmlns:a="http://schemas.openxmlformats.org/drawingml/2006/main" l="0" t="2351" r="0" b="2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47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8" name="Вслух объясняет выбор инструмента…">
            <a:extLst xmlns:a="http://schemas.openxmlformats.org/drawingml/2006/main">
              <a:ext uri="{FF2B5EF4-FFF2-40B4-BE49-F238E27FC236}">
                <a16:creationId xmlns:a16="http://schemas.microsoft.com/office/drawing/2014/main" id="{3F210E49-F96F-47D9-91F7-95E2C732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Вслух объясняет выбор инструмента и критерия.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F3F50-DF9B-4782-8C05-4339C7C1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6948F1-01DD-480F-9BA9-EDE58A8A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3">
            <a:extLst xmlns:a="http://schemas.openxmlformats.org/drawingml/2006/main">
              <a:ext uri="{FF2B5EF4-FFF2-40B4-BE49-F238E27FC236}">
                <a16:creationId xmlns:a16="http://schemas.microsoft.com/office/drawing/2014/main" id="{9D8DCA20-B2EB-49B5-B581-C06EB53A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d76042f894972"/>
          <a:srcRect xmlns:a="http://schemas.openxmlformats.org/drawingml/2006/main" l="0" t="2351" r="0" b="2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3" name="Студенты повторяют первый шаг.">
            <a:extLst xmlns:a="http://schemas.openxmlformats.org/drawingml/2006/main">
              <a:ext uri="{FF2B5EF4-FFF2-40B4-BE49-F238E27FC236}">
                <a16:creationId xmlns:a16="http://schemas.microsoft.com/office/drawing/2014/main" id="{5C57B81F-F249-45C1-833A-6655E357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Студенты повторяют первый шаг.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EA2893-4FB8-449B-A64D-D7FFBED1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F219DE-20D1-40EA-878F-DCF60DEA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4">
            <a:extLst xmlns:a="http://schemas.openxmlformats.org/drawingml/2006/main">
              <a:ext uri="{FF2B5EF4-FFF2-40B4-BE49-F238E27FC236}">
                <a16:creationId xmlns:a16="http://schemas.microsoft.com/office/drawing/2014/main" id="{C9659F09-3462-41D4-86CD-51555268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d6ed06d9d4796"/>
          <a:srcRect xmlns:a="http://schemas.openxmlformats.org/drawingml/2006/main" l="0" t="2351" r="0" b="2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30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8" name="Самостоятельно усложняют…">
            <a:extLst xmlns:a="http://schemas.openxmlformats.org/drawingml/2006/main">
              <a:ext uri="{FF2B5EF4-FFF2-40B4-BE49-F238E27FC236}">
                <a16:creationId xmlns:a16="http://schemas.microsoft.com/office/drawing/2014/main" id="{9D16B252-9A11-4A12-9F92-89798142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Самостоятельно усложняют результат и проверяют его.</a:t>
            </a:r>
          </a:p>
        </p:txBody>
      </p:sp>
    </p:spTree>
    <p:extLst>
      <p:ext uri="{BB962C8B-B14F-4D97-AF65-F5344CB8AC3E}">
        <p14:creationId xmlns:p14="http://schemas.microsoft.com/office/powerpoint/2010/main" val="1234327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BDF2ED77-9AF5-4BC9-A27A-A0ADDA68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Pen Tool детали и изгибы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5E498B01-EE28-4536-8A58-452998C0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E4F70CD0-F44B-443A-B3E8-F8D4B18D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Corner point и smooth point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F37E9B4E-A94F-40F8-9E82-7E7C51D0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64713-EF38-49A0-BB77-37A8ACC8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6DC00-5A4B-493B-84BA-FA379C15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9675D3EC-BDB8-4787-AA63-7B5F0CBD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П039 · Illustrator: Pen Tool без сложного рисования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D8C42433-05F5-49E8-A23B-537C140B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cfa5670a94c86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67D81842-1959-4B25-A537-BD411787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E2F72D4D-2CEB-4C1A-A366-03FA7521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c561de3fd4ab0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Детали, изгибы и Bézier-кривые">
            <a:extLst xmlns:a="http://schemas.openxmlformats.org/drawingml/2006/main">
              <a:ext uri="{FF2B5EF4-FFF2-40B4-BE49-F238E27FC236}">
                <a16:creationId xmlns:a16="http://schemas.microsoft.com/office/drawing/2014/main" id="{C9F2F56F-7638-46C2-A83C-460BD3D9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Детали, изгибы и Bézier-кривые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75B9942E-652C-4C2F-9F7B-400F8FFB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7062442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F67FA13E-4C6E-4CDB-B748-1C56D27D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Pen Tool детали и изгибы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A8D86784-1786-4CC2-A07B-503FC511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58EF9177-E2CF-4DFC-BD44-7E7F8449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Ловушка новичка: слишком много точек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F4698B5D-0ED1-4D1F-91AC-7EF3EC2A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B56F1-FA53-4330-B20F-E0E54766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DB164-237C-4F36-AE48-57B2EE6A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76354C56-F9E7-4CCC-BE61-D6A332F9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П039 · Illustrator: Pen Tool без сложного рисования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65DC9130-8EB8-4BC6-B96B-F4AC06A8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c6e33d2004bee"/>
          <a:srcRect xmlns:a="http://schemas.openxmlformats.org/drawingml/2006/main" l="7413" t="0" r="7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0AC25-77C2-4293-94CC-B4F4F99A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23C96-C65E-4573-93B5-D205B51D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16854CC1-D0B9-453A-9CE8-4F6DAF96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D4F09A8C-75D6-4968-B3EE-CD564B26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0A522-7A0A-4F0C-A54A-F46633B4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F21BE-7A3C-41B0-AE62-7764A6A0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442D7E86-32A0-40D3-8F3F-56998C99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Детали, изгибы и Bézier-кривые">
            <a:extLst xmlns:a="http://schemas.openxmlformats.org/drawingml/2006/main">
              <a:ext uri="{FF2B5EF4-FFF2-40B4-BE49-F238E27FC236}">
                <a16:creationId xmlns:a16="http://schemas.microsoft.com/office/drawing/2014/main" id="{84424EC8-CC5F-48C1-9C95-EA978F5F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Детали, изгибы и Bézier-кривые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3F652-8733-4949-B52C-E9D0D395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F9311-51D2-40D8-85FD-F1DD4B88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E4DB7D28-EC83-41D6-BB2F-CA727D88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Контур становится грязным">
            <a:extLst xmlns:a="http://schemas.openxmlformats.org/drawingml/2006/main">
              <a:ext uri="{FF2B5EF4-FFF2-40B4-BE49-F238E27FC236}">
                <a16:creationId xmlns:a16="http://schemas.microsoft.com/office/drawing/2014/main" id="{1DFC19F7-219E-40F4-B88F-1B0BA235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Контур становится грязным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2F2B3-2CA8-446F-AA95-A0F28E04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D8B439-F01D-4D38-88F9-0BCA87AF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B613003D-C348-457D-8B84-F5D72FD6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Форма сложнее исправляется">
            <a:extLst xmlns:a="http://schemas.openxmlformats.org/drawingml/2006/main">
              <a:ext uri="{FF2B5EF4-FFF2-40B4-BE49-F238E27FC236}">
                <a16:creationId xmlns:a16="http://schemas.microsoft.com/office/drawing/2014/main" id="{1B44A753-D836-4B48-BB92-BF423ECF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Форма сложнее исправляется</a:t>
            </a:r>
          </a:p>
        </p:txBody>
      </p:sp>
    </p:spTree>
    <p:extLst>
      <p:ext uri="{BB962C8B-B14F-4D97-AF65-F5344CB8AC3E}">
        <p14:creationId xmlns:p14="http://schemas.microsoft.com/office/powerpoint/2010/main" val="19595866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7B4B91DC-2B3F-4A1B-BDAF-A8E3E3E0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Pen Tool детали и изгибы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0BD6F0A2-7746-442C-BD52-3A325BFE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E1761FF1-981A-4EC5-A843-43B7C5BB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Эксперимент 1: S-кривая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DABC5581-09C4-44E8-B81E-916F0457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11244-3C59-48A7-9C92-05054A68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7BE90-3BD8-4BEB-BF1B-482CCDC4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033FAD22-9160-4F50-9027-7F014ADE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П039 · Illustrator: Pen Tool без сложного рисования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81CF0D0B-A86C-4D59-8219-3EA5E114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e82a489d1408c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7CB5B4B5-C9B7-4E13-9C76-9F5B8196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84418201-C313-4119-968D-6671CB0E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46c8e94444851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Детали, изгибы и Bézier-кривые">
            <a:extLst xmlns:a="http://schemas.openxmlformats.org/drawingml/2006/main">
              <a:ext uri="{FF2B5EF4-FFF2-40B4-BE49-F238E27FC236}">
                <a16:creationId xmlns:a16="http://schemas.microsoft.com/office/drawing/2014/main" id="{69121DE4-C1CD-4A64-A301-00968E6D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Детали, изгибы и Bézier-кривые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B3B00468-3C45-4BF5-A617-307B51D9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02946fb764ff3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Поставить 4–5 точек">
            <a:extLst xmlns:a="http://schemas.openxmlformats.org/drawingml/2006/main">
              <a:ext uri="{FF2B5EF4-FFF2-40B4-BE49-F238E27FC236}">
                <a16:creationId xmlns:a16="http://schemas.microsoft.com/office/drawing/2014/main" id="{623707A2-0FC2-48C5-961D-EA1ACEC8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Поставить 4–5 точек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E0664438-42A3-4B65-8849-C6D881CE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6dd4ec3de4e6a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Настроить handles без лишних узлов">
            <a:extLst xmlns:a="http://schemas.openxmlformats.org/drawingml/2006/main">
              <a:ext uri="{FF2B5EF4-FFF2-40B4-BE49-F238E27FC236}">
                <a16:creationId xmlns:a16="http://schemas.microsoft.com/office/drawing/2014/main" id="{BB360FFC-3B9F-4F2C-BBB6-13B656E3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Настроить handles без лишних узлов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23E4F9F3-6CB0-4C79-B87E-F7398C64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4631613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C3BCE389-F72F-4C2E-8B6C-21BBC1A0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Pen Tool детали и изгибы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A1B4FD88-A33E-48B9-9E2F-F30563CA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5379B1CC-F401-4A1C-A922-25F894A7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Эксперимент 2: петля и замыкание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4F045156-FDF1-4BD6-B966-5A845AE1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96812-542C-4267-BE18-AED96CCD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13C60-02A5-417F-9407-12BE740D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CED82983-B4FE-48ED-AF90-7D8BD872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П039 · Illustrator: Pen Tool без сложного рисования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2684275A-1854-46AC-BDE6-20A4F4BF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438f3cee94812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84DA4BD7-AF89-4562-B93C-09C321FC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8D3E912C-C5C0-42CA-A99E-E3F12830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b5afc97a24993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Детали, изгибы и Bézier-кривые">
            <a:extLst xmlns:a="http://schemas.openxmlformats.org/drawingml/2006/main">
              <a:ext uri="{FF2B5EF4-FFF2-40B4-BE49-F238E27FC236}">
                <a16:creationId xmlns:a16="http://schemas.microsoft.com/office/drawing/2014/main" id="{35718153-C67C-47F5-A598-351B9B16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Детали, изгибы и Bézier-кривые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93BCE9FC-ECFA-40E3-B44A-30302ABB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5827243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72ED358E-A044-4CB0-95E6-680DB232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Pen Tool детали и изгибы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4721C56C-5420-41CF-A3E3-6E163A7A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2BA903AD-8C13-46F7-9F7D-9750EC2F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Где Pen Tool уместен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AD0AE29E-1188-42A7-80A5-1A5A4599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A72E3-EA72-4B4A-8757-C68F8B7C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A5A2A-B747-4FE8-A62E-1A8B6E1D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50DE6CF4-E971-46C9-957C-AF0E5200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П039 · Illustrator: Pen Tool без сложного рисования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93E322DD-4692-47EB-87FB-426923B9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eb9e032c64904"/>
          <a:srcRect xmlns:a="http://schemas.openxmlformats.org/drawingml/2006/main" l="7413" t="0" r="7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ED768-D5D7-413C-8088-D64071BF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EDD36-DC73-4EED-8BF6-21EF2D19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55EF4C04-4456-4DA4-AF79-626C3006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46A522AA-C37E-465F-83BE-0399E919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A168A-603B-42E3-9289-EA38739D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760F8-0927-48B2-9B40-AA24E8A0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6CC8446D-613F-4D49-94A1-B5994810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Детали, изгибы и Bézier-кривые">
            <a:extLst xmlns:a="http://schemas.openxmlformats.org/drawingml/2006/main">
              <a:ext uri="{FF2B5EF4-FFF2-40B4-BE49-F238E27FC236}">
                <a16:creationId xmlns:a16="http://schemas.microsoft.com/office/drawing/2014/main" id="{E86F3091-0422-4D05-927F-C3533B66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Детали, изгибы и Bézier-кривые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3BC780-DB50-4BB3-B48B-9156E9A0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F955D-20C7-4B08-971D-9FAB05A5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BCCD3C28-3CDD-4458-AEDA-C6835A2F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Ручка зонта">
            <a:extLst xmlns:a="http://schemas.openxmlformats.org/drawingml/2006/main">
              <a:ext uri="{FF2B5EF4-FFF2-40B4-BE49-F238E27FC236}">
                <a16:creationId xmlns:a16="http://schemas.microsoft.com/office/drawing/2014/main" id="{8A54E6ED-717A-445D-9EF8-3BEDBF18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Ручка зонта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765B85-5A22-4C23-A94C-15D4D9C7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0FAB17-CC8F-467D-AB4D-57EF2AC0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2138F897-E977-4B9F-86C3-941EE060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Провод наушников">
            <a:extLst xmlns:a="http://schemas.openxmlformats.org/drawingml/2006/main">
              <a:ext uri="{FF2B5EF4-FFF2-40B4-BE49-F238E27FC236}">
                <a16:creationId xmlns:a16="http://schemas.microsoft.com/office/drawing/2014/main" id="{016BF3A3-3F89-4743-84A3-844EBD85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Провод наушников</a:t>
            </a:r>
          </a:p>
        </p:txBody>
      </p:sp>
    </p:spTree>
    <p:extLst>
      <p:ext uri="{BB962C8B-B14F-4D97-AF65-F5344CB8AC3E}">
        <p14:creationId xmlns:p14="http://schemas.microsoft.com/office/powerpoint/2010/main" val="13436176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9F9875E4-C2F8-43BF-8C82-35D56E8D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Pen Tool детали и изгибы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81E39B31-A27A-4056-9B84-14B4E6CA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A2AFAFA-7948-400C-B442-0D6D0CE4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MAKE: новая деталь к предмету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A8ED9DDB-E33A-4006-AFE4-C5C3C74F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E64D5-AC88-4ACB-8E41-A4055BAC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73788-6E30-49A8-BDCE-2728E988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03B1BB46-EDEA-46DA-BD91-D053CBB5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П039 · Illustrator: Pen Tool без сложного рисования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DA1BAC31-DF9F-4E97-9254-471F42AD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d7ecac9bc4574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8C0A903E-7354-42F2-9371-7636B276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DC5BAC13-C7D9-4765-B3DE-4DBBA2BF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bf70df79847ff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Детали, изгибы и Bézier-кривые">
            <a:extLst xmlns:a="http://schemas.openxmlformats.org/drawingml/2006/main">
              <a:ext uri="{FF2B5EF4-FFF2-40B4-BE49-F238E27FC236}">
                <a16:creationId xmlns:a16="http://schemas.microsoft.com/office/drawing/2014/main" id="{8C4ECAC9-4669-45A8-9CD9-EE15EE17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Детали, изгибы и Bézier-кривые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5ECE10DB-D0D1-4EB2-AE5C-E8D49DBE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41cb48996482f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Берём уже созданный объект">
            <a:extLst xmlns:a="http://schemas.openxmlformats.org/drawingml/2006/main">
              <a:ext uri="{FF2B5EF4-FFF2-40B4-BE49-F238E27FC236}">
                <a16:creationId xmlns:a16="http://schemas.microsoft.com/office/drawing/2014/main" id="{1EED41EB-7C92-4B27-9779-14FB74EF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Берём уже созданный объект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33A7F9FB-5C5F-4C9E-ACEB-F3CFD308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0aa2cb49748a8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Добавляем одну сложную кривую">
            <a:extLst xmlns:a="http://schemas.openxmlformats.org/drawingml/2006/main">
              <a:ext uri="{FF2B5EF4-FFF2-40B4-BE49-F238E27FC236}">
                <a16:creationId xmlns:a16="http://schemas.microsoft.com/office/drawing/2014/main" id="{5725F04B-D2EF-46BD-9330-3A47F80D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Добавляем одну сложную кривую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2019DC21-BA44-42C2-9219-6934235F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5793995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164874AA-CF44-45C5-B7AE-3CC56A4B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Pen Tool детали и изгибы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1F7C33FC-79E3-47AF-96F7-EC9F55DD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F7FFE193-3E8A-4427-A46B-18DC7E18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Оптимизация формы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35523CF7-B368-4161-A27E-38F91246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57EAB-3FEC-405A-8472-E8CE26CD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E6181-FA8E-4D0B-9563-AE60E052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02D53AE4-452D-4647-B7A7-F27EDE82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П039 · Illustrator: Pen Tool без сложного рисования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BEEE1D29-B3D8-43BE-9E3A-008A4863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f1aa302564e36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58F0FE7F-E895-430B-8126-512C01D1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E4C88DB2-6482-4126-A860-FA4122C6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ffac24524408d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Детали, изгибы и Bézier-кривые">
            <a:extLst xmlns:a="http://schemas.openxmlformats.org/drawingml/2006/main">
              <a:ext uri="{FF2B5EF4-FFF2-40B4-BE49-F238E27FC236}">
                <a16:creationId xmlns:a16="http://schemas.microsoft.com/office/drawing/2014/main" id="{3D55E194-C4A6-4773-A2AC-795C5C1D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Детали, изгибы и Bézier-кривые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65B10780-0847-4E3B-9BCA-AC1DB226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7513851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27AA48DE-5F76-4BA6-B576-274F22E3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Pen Tool детали и изгибы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EA6ADC3A-7BB8-4E2E-BE49-6DE1E4C0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D3186B0C-AC03-4E35-A240-2D6FCB91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До / после кривой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0A3D2281-257F-4C7E-BCB3-44233DAC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845C6-03CF-442A-BFCD-920C535D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612E4-B92B-4224-B73E-F1EC8BF1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26A65F2D-FDB0-4FCB-B470-BEA438DF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П039 · Illustrator: Pen Tool без сложного рисования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F208FB07-5518-4525-A69C-B945A0D9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c0f985db14178"/>
          <a:srcRect xmlns:a="http://schemas.openxmlformats.org/drawingml/2006/main" l="7413" t="0" r="7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87BF7-8975-43E5-9A90-33CD4433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1793E-1EE1-4361-94E7-448A705B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DC75665C-E00E-4AC0-8F48-51805F26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5CD7654E-DCF0-401F-A13B-979794B0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54CD3-6D6E-4CBF-834C-E956DE83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FC6AB-88D7-49F3-97B6-BFD51D78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E81403B3-5C12-4962-BC3B-A3CFE394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Детали, изгибы и Bézier-кривые">
            <a:extLst xmlns:a="http://schemas.openxmlformats.org/drawingml/2006/main">
              <a:ext uri="{FF2B5EF4-FFF2-40B4-BE49-F238E27FC236}">
                <a16:creationId xmlns:a16="http://schemas.microsoft.com/office/drawing/2014/main" id="{189070FA-F6B4-45F8-AB76-0C75BDEA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Детали, изгибы и Bézier-кривые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FF159-9C13-4E8A-939B-9AEEE28E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1E464-812C-41EE-8BEC-85EFF6C6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411B9885-1C4B-4DF1-8C86-7F577347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Версия 1: много точек и шум">
            <a:extLst xmlns:a="http://schemas.openxmlformats.org/drawingml/2006/main">
              <a:ext uri="{FF2B5EF4-FFF2-40B4-BE49-F238E27FC236}">
                <a16:creationId xmlns:a16="http://schemas.microsoft.com/office/drawing/2014/main" id="{009FEB06-3CB1-4465-A6A9-2B01DB46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Версия 1: много точек и шум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2C87A-6043-4E95-8E60-E9AFE07F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F4D455-EEF3-45C1-891A-ACAA01B5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9C17E0BC-D53B-4567-95D5-5B51E756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Версия 2: меньше точек, плавнее…">
            <a:extLst xmlns:a="http://schemas.openxmlformats.org/drawingml/2006/main">
              <a:ext uri="{FF2B5EF4-FFF2-40B4-BE49-F238E27FC236}">
                <a16:creationId xmlns:a16="http://schemas.microsoft.com/office/drawing/2014/main" id="{7CFA86A7-13AB-4EA1-8234-450F1728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Версия 2: меньше точек, плавнее форма</a:t>
            </a:r>
          </a:p>
        </p:txBody>
      </p:sp>
    </p:spTree>
    <p:extLst>
      <p:ext uri="{BB962C8B-B14F-4D97-AF65-F5344CB8AC3E}">
        <p14:creationId xmlns:p14="http://schemas.microsoft.com/office/powerpoint/2010/main" val="14143977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418FFCBE-D95A-40C5-AF05-4CE5B084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Pen Tool детали и изгибы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E5A642FC-8EBF-4430-8581-E48D18A0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E59252C-495E-418A-B3BC-F6AAFCC0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Проверка small-size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906316C9-4391-4FB6-A6C8-A316D0BD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07324-444F-4BBB-842C-15DAAB2A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EE99A-A351-4E7E-8A49-CCC5F51D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4A762917-CA3E-448F-89F2-186126CA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П039 · Illustrator: Pen Tool без сложного рисования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C45DCAC4-52A4-4CC4-BCC6-CDC006C8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fec59241747a4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4F0DF453-EF11-4E20-B822-F181FD32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949AA82E-EF77-4538-B420-771CBDCC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de3bc93ad49a6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Детали, изгибы и Bézier-кривые">
            <a:extLst xmlns:a="http://schemas.openxmlformats.org/drawingml/2006/main">
              <a:ext uri="{FF2B5EF4-FFF2-40B4-BE49-F238E27FC236}">
                <a16:creationId xmlns:a16="http://schemas.microsoft.com/office/drawing/2014/main" id="{7E16C75A-10D1-4549-B404-D0ACA532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Детали, изгибы и Bézier-кривые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C4220EB6-AF53-47B5-96C9-C8A0C2D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002884df94d84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Кривая не пропала в 200 px">
            <a:extLst xmlns:a="http://schemas.openxmlformats.org/drawingml/2006/main">
              <a:ext uri="{FF2B5EF4-FFF2-40B4-BE49-F238E27FC236}">
                <a16:creationId xmlns:a16="http://schemas.microsoft.com/office/drawing/2014/main" id="{73263DCE-4D96-4B03-AF99-D5BDD08C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Кривая не пропала в 200 px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10D4B7CE-57CE-47AE-84C8-F9D00653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21d7fd64b4e14"/>
          <a:srcRect xmlns:a="http://schemas.openxmlformats.org/drawingml/2006/main" l="8945" t="0" r="89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Stroke не стал слишком тонким">
            <a:extLst xmlns:a="http://schemas.openxmlformats.org/drawingml/2006/main">
              <a:ext uri="{FF2B5EF4-FFF2-40B4-BE49-F238E27FC236}">
                <a16:creationId xmlns:a16="http://schemas.microsoft.com/office/drawing/2014/main" id="{649CFFA0-6DC4-4C05-A2C2-001AF282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Stroke не стал слишком тонким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0F0CFAEB-753B-4456-93DB-6DCCBCA6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3327569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BF48AF83-384F-458D-A5E8-B3D9BB59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Pen Tool детали и изгибы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45F51290-BFB4-4440-A535-2C53E7CA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D84CA16A-26A9-4177-977C-07D54461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Критика узлов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55F337FA-EEDB-4A43-868E-504BF19E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87686-34A2-4DE1-9677-B394E80F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21B26-39C2-480F-A048-7CAA0247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C16B4F15-D728-479C-BE5D-7C340223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П039 · Illustrator: Pen Tool без сложного рисования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544F9249-5EB4-414A-8AE9-48DC2205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438f02b0b4706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937FD29F-3C8B-40FA-9E44-7BB9B4A2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4B19313D-13C1-4AA0-AC3B-9D6E6244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5ab3c3ee84cc3"/>
          <a:srcRect xmlns:a="http://schemas.openxmlformats.org/drawingml/2006/main" l="0" t="12593" r="0" b="1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Детали, изгибы и Bézier-кривые">
            <a:extLst xmlns:a="http://schemas.openxmlformats.org/drawingml/2006/main">
              <a:ext uri="{FF2B5EF4-FFF2-40B4-BE49-F238E27FC236}">
                <a16:creationId xmlns:a16="http://schemas.microsoft.com/office/drawing/2014/main" id="{A36C0035-CB4A-4185-956E-72F5468B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Детали, изгибы и Bézier-кривые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A1C2A805-4F30-4EEE-845E-676A20A2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6954234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6789B611-5E9D-47F6-92C0-70EF1A42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Pen Tool детали и изгибы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3208C985-9E3A-401B-BEFC-03A83E37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4CF7089-36C8-41B3-96B4-A28ABE00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Итог занятия</a:t>
            </a:r>
          </a:p>
        </p:txBody>
      </p:sp>
      <p:sp>
        <p:nvSpPr>
          <p:cNvPr id="4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B63BDE8B-192B-411D-ACF4-09429734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477B6-1CB4-40C2-8791-DDE2E8CD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EE7B9-23EF-4D83-BD5D-D78430EE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C89E96DA-EA9C-4231-AA21-FC27B15A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П039 · Illustrator: Pen Tool без сложного рисования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AF9577A8-0903-4411-97BB-28090499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5b71303d84e05"/>
          <a:srcRect xmlns:a="http://schemas.openxmlformats.org/drawingml/2006/main" l="7413" t="0" r="7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B0C4F-3C13-4410-8045-0C17F81D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B4FF5-2541-49AB-8BD1-47A641CB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587D9A79-5BF3-47EF-AAB5-8F41B07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 xmlns:a="http://schemas.openxmlformats.org/drawingml/2006/main">
              <a:ext uri="{FF2B5EF4-FFF2-40B4-BE49-F238E27FC236}">
                <a16:creationId xmlns:a16="http://schemas.microsoft.com/office/drawing/2014/main" id="{07DA11AA-898F-492A-894C-C217AFD0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A2512-B91A-4410-8975-8BA00463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AD978-9773-412E-9ED5-15489856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74AAAF0B-A2B1-4FE6-90A6-53ED8FDE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Детали, изгибы и Bézier-кривые">
            <a:extLst xmlns:a="http://schemas.openxmlformats.org/drawingml/2006/main">
              <a:ext uri="{FF2B5EF4-FFF2-40B4-BE49-F238E27FC236}">
                <a16:creationId xmlns:a16="http://schemas.microsoft.com/office/drawing/2014/main" id="{E4C3A8F2-2910-4D67-963C-3B6E2A54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Детали, изгибы и Bézier-кривые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0C7FD-39B5-4AB6-937F-AA84C581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9AADBB-61FD-4C11-931B-BA22371E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CB4EFC57-4C6F-4B49-BD2D-C1125330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Pen Tool применён по необходимости">
            <a:extLst xmlns:a="http://schemas.openxmlformats.org/drawingml/2006/main">
              <a:ext uri="{FF2B5EF4-FFF2-40B4-BE49-F238E27FC236}">
                <a16:creationId xmlns:a16="http://schemas.microsoft.com/office/drawing/2014/main" id="{A6394C80-B155-47FE-8832-0D2F5DDA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Pen Tool применён по необходимости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FB55B-3A32-4DB0-B9DF-46A71004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8493D-9482-4D62-8032-A339256A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545CA8A8-BDCC-489C-85A3-498A8978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Одна форма показана до/после…">
            <a:extLst xmlns:a="http://schemas.openxmlformats.org/drawingml/2006/main">
              <a:ext uri="{FF2B5EF4-FFF2-40B4-BE49-F238E27FC236}">
                <a16:creationId xmlns:a16="http://schemas.microsoft.com/office/drawing/2014/main" id="{C07E6F0B-E46A-47C1-9432-25C21AB5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Одна форма показана до/после оптимизации</a:t>
            </a:r>
          </a:p>
        </p:txBody>
      </p:sp>
    </p:spTree>
    <p:extLst>
      <p:ext uri="{BB962C8B-B14F-4D97-AF65-F5344CB8AC3E}">
        <p14:creationId xmlns:p14="http://schemas.microsoft.com/office/powerpoint/2010/main" val="1062768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2026-09-13T13:18:46.8200000Z</dcterms:created>
  <dcterms:modified xsi:type="dcterms:W3CDTF">2026-09-13T13:18:46.8200000Z</dcterms:modified>
</coreProperties>
</file>