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57e9dd6c584027" /><Relationship Type="http://schemas.openxmlformats.org/officeDocument/2006/relationships/extended-properties" Target="/docProps/app.xml" Id="Raa1a3fcac98e40fc" /><Relationship Type="http://schemas.openxmlformats.org/officeDocument/2006/relationships/officeDocument" Target="/ppt/presentation.xml" Id="Rb82eb986004742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7c97b11d7c4f18"/>
  </p:sldMasterIdLst>
  <p:notesMasterIdLst>
    <p:notesMasterId xmlns:r="http://schemas.openxmlformats.org/officeDocument/2006/relationships" r:id="Rc3c9ea7fc3d24631"/>
  </p:notesMasterIdLst>
  <p:sldIdLst>
    <p:sldId xmlns:r="http://schemas.openxmlformats.org/officeDocument/2006/relationships" id="256" r:id="R69d38c34f0944ecf"/>
    <p:sldId xmlns:r="http://schemas.openxmlformats.org/officeDocument/2006/relationships" id="257" r:id="R6223d04db842496f"/>
    <p:sldId xmlns:r="http://schemas.openxmlformats.org/officeDocument/2006/relationships" id="258" r:id="Raf587c3232da441c"/>
    <p:sldId xmlns:r="http://schemas.openxmlformats.org/officeDocument/2006/relationships" id="259" r:id="Re4a240d10b6d4190"/>
    <p:sldId xmlns:r="http://schemas.openxmlformats.org/officeDocument/2006/relationships" id="260" r:id="Rb7676ed826d34b4b"/>
    <p:sldId xmlns:r="http://schemas.openxmlformats.org/officeDocument/2006/relationships" id="261" r:id="Rd316b9aaf79d4e28"/>
    <p:sldId xmlns:r="http://schemas.openxmlformats.org/officeDocument/2006/relationships" id="262" r:id="R8bf1ac9935f94427"/>
    <p:sldId xmlns:r="http://schemas.openxmlformats.org/officeDocument/2006/relationships" id="263" r:id="R627fb7a98e174c23"/>
    <p:sldId xmlns:r="http://schemas.openxmlformats.org/officeDocument/2006/relationships" id="264" r:id="R5cafe7946d3b4534"/>
    <p:sldId xmlns:r="http://schemas.openxmlformats.org/officeDocument/2006/relationships" id="265" r:id="R4cf3c36200a84c07"/>
    <p:sldId xmlns:r="http://schemas.openxmlformats.org/officeDocument/2006/relationships" id="266" r:id="R6bd90bac9f3b4c52"/>
    <p:sldId xmlns:r="http://schemas.openxmlformats.org/officeDocument/2006/relationships" id="267" r:id="R2eb76b1e22674f71"/>
    <p:sldId xmlns:r="http://schemas.openxmlformats.org/officeDocument/2006/relationships" id="268" r:id="R767033179e3b462c"/>
    <p:sldId xmlns:r="http://schemas.openxmlformats.org/officeDocument/2006/relationships" id="269" r:id="Rdb7d3ac2bbc640f3"/>
    <p:sldId xmlns:r="http://schemas.openxmlformats.org/officeDocument/2006/relationships" id="270" r:id="R1125205a8e7c4b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19b3f66b324379" /><Relationship Type="http://schemas.openxmlformats.org/officeDocument/2006/relationships/slideMaster" Target="/ppt/slideMasters/slideMaster1.xml" Id="R087c97b11d7c4f18" /><Relationship Type="http://schemas.openxmlformats.org/officeDocument/2006/relationships/notesMaster" Target="/ppt/notesMasters/notesMaster1.xml" Id="Rc3c9ea7fc3d24631" /><Relationship Type="http://schemas.openxmlformats.org/officeDocument/2006/relationships/presProps" Target="/ppt/presProps.xml" Id="Rdf8df4ad338748ac" /><Relationship Type="http://schemas.openxmlformats.org/officeDocument/2006/relationships/tableStyles" Target="/ppt/tableStyles.xml" Id="Rf037da78cb6d4f3f" /><Relationship Type="http://schemas.openxmlformats.org/officeDocument/2006/relationships/slide" Target="/ppt/slides/slide1.xml" Id="R69d38c34f0944ecf" /><Relationship Type="http://schemas.openxmlformats.org/officeDocument/2006/relationships/slide" Target="/ppt/slides/slide2.xml" Id="R6223d04db842496f" /><Relationship Type="http://schemas.openxmlformats.org/officeDocument/2006/relationships/slide" Target="/ppt/slides/slide3.xml" Id="Raf587c3232da441c" /><Relationship Type="http://schemas.openxmlformats.org/officeDocument/2006/relationships/slide" Target="/ppt/slides/slide4.xml" Id="Re4a240d10b6d4190" /><Relationship Type="http://schemas.openxmlformats.org/officeDocument/2006/relationships/slide" Target="/ppt/slides/slide5.xml" Id="Rb7676ed826d34b4b" /><Relationship Type="http://schemas.openxmlformats.org/officeDocument/2006/relationships/slide" Target="/ppt/slides/slide6.xml" Id="Rd316b9aaf79d4e28" /><Relationship Type="http://schemas.openxmlformats.org/officeDocument/2006/relationships/slide" Target="/ppt/slides/slide7.xml" Id="R8bf1ac9935f94427" /><Relationship Type="http://schemas.openxmlformats.org/officeDocument/2006/relationships/slide" Target="/ppt/slides/slide8.xml" Id="R627fb7a98e174c23" /><Relationship Type="http://schemas.openxmlformats.org/officeDocument/2006/relationships/slide" Target="/ppt/slides/slide9.xml" Id="R5cafe7946d3b4534" /><Relationship Type="http://schemas.openxmlformats.org/officeDocument/2006/relationships/slide" Target="/ppt/slides/slide10.xml" Id="R4cf3c36200a84c07" /><Relationship Type="http://schemas.openxmlformats.org/officeDocument/2006/relationships/slide" Target="/ppt/slides/slide11.xml" Id="R6bd90bac9f3b4c52" /><Relationship Type="http://schemas.openxmlformats.org/officeDocument/2006/relationships/slide" Target="/ppt/slides/slide12.xml" Id="R2eb76b1e22674f71" /><Relationship Type="http://schemas.openxmlformats.org/officeDocument/2006/relationships/slide" Target="/ppt/slides/slide13.xml" Id="R767033179e3b462c" /><Relationship Type="http://schemas.openxmlformats.org/officeDocument/2006/relationships/slide" Target="/ppt/slides/slide14.xml" Id="Rdb7d3ac2bbc640f3" /><Relationship Type="http://schemas.openxmlformats.org/officeDocument/2006/relationships/slide" Target="/ppt/slides/slide15.xml" Id="R1125205a8e7c4b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384882c2ca4f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26db33bfbd49b2" /><Relationship Type="http://schemas.openxmlformats.org/officeDocument/2006/relationships/notesMaster" Target="/ppt/notesMasters/notesMaster1.xml" Id="R07e8bab801f64e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7ddaafcd56423a" /><Relationship Type="http://schemas.openxmlformats.org/officeDocument/2006/relationships/notesMaster" Target="/ppt/notesMasters/notesMaster1.xml" Id="R2cea3a2cbc7c40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9248db622c4e47" /><Relationship Type="http://schemas.openxmlformats.org/officeDocument/2006/relationships/notesMaster" Target="/ppt/notesMasters/notesMaster1.xml" Id="Rfa548ec4b6b6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aa9d92a5194b19" /><Relationship Type="http://schemas.openxmlformats.org/officeDocument/2006/relationships/notesMaster" Target="/ppt/notesMasters/notesMaster1.xml" Id="R4ca249cd209244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650e2a71ce4beb" /><Relationship Type="http://schemas.openxmlformats.org/officeDocument/2006/relationships/notesMaster" Target="/ppt/notesMasters/notesMaster1.xml" Id="Rff585644294f47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e7419c174b412c" /><Relationship Type="http://schemas.openxmlformats.org/officeDocument/2006/relationships/notesMaster" Target="/ppt/notesMasters/notesMaster1.xml" Id="R08194aaa974b40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7cf7da7b884d06" /><Relationship Type="http://schemas.openxmlformats.org/officeDocument/2006/relationships/notesMaster" Target="/ppt/notesMasters/notesMaster1.xml" Id="R689ec59e08e740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384c5a5a1a44dd" /><Relationship Type="http://schemas.openxmlformats.org/officeDocument/2006/relationships/notesMaster" Target="/ppt/notesMasters/notesMaster1.xml" Id="R4b7d58e972374c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4e8cbdb00a434f" /><Relationship Type="http://schemas.openxmlformats.org/officeDocument/2006/relationships/notesMaster" Target="/ppt/notesMasters/notesMaster1.xml" Id="R9442df8d8ce64e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8ad60aaac24c98" /><Relationship Type="http://schemas.openxmlformats.org/officeDocument/2006/relationships/notesMaster" Target="/ppt/notesMasters/notesMaster1.xml" Id="R8c2762bf650440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cad4d167f24f01" /><Relationship Type="http://schemas.openxmlformats.org/officeDocument/2006/relationships/notesMaster" Target="/ppt/notesMasters/notesMaster1.xml" Id="R4b8395c23c6f44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13daae9c4243cd" /><Relationship Type="http://schemas.openxmlformats.org/officeDocument/2006/relationships/notesMaster" Target="/ppt/notesMasters/notesMaster1.xml" Id="R28e7066af768480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e630c90f0c49e5" /><Relationship Type="http://schemas.openxmlformats.org/officeDocument/2006/relationships/notesMaster" Target="/ppt/notesMasters/notesMaster1.xml" Id="R5ef134c830ff41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c1b4d9e43c477e" /><Relationship Type="http://schemas.openxmlformats.org/officeDocument/2006/relationships/notesMaster" Target="/ppt/notesMasters/notesMaster1.xml" Id="R3f00c9802044476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a703ebeb7846a4" /><Relationship Type="http://schemas.openxmlformats.org/officeDocument/2006/relationships/notesMaster" Target="/ppt/notesMasters/notesMaster1.xml" Id="Rbec41991da03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Цветовые пространства и профили.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это занятие.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Проблема, которую решает занятие.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Ключевые понятия.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Рабочий алгоритм.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Показ преподавателя: действие и объяснение.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нужен этот приём.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Пары: сравнение по одному критерию.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Пять вопросов к работе.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Разбор ответов студентов.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Интерактив: найдите пять признаков.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Практика: от повтора к самостоятельному решению.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Как звучит сильный вывод.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Проверка результата.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Итоги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П009;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df610303744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54d64d37304dc0" /><Relationship Type="http://schemas.openxmlformats.org/officeDocument/2006/relationships/slideLayout" Target="/ppt/slideLayouts/slideLayout1.xml" Id="R17300997d87940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300997d87940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d175a98cc4591" /><Relationship Type="http://schemas.openxmlformats.org/officeDocument/2006/relationships/image" Target="/ppt/media/image.png" Id="Rdb08d341673e4e2e" /><Relationship Type="http://schemas.openxmlformats.org/officeDocument/2006/relationships/notesSlide" Target="/ppt/notesSlides/notesSlide1.xml" Id="R8c8221fe970f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d7edf4a794a78" /><Relationship Type="http://schemas.openxmlformats.org/officeDocument/2006/relationships/image" Target="/ppt/media/image.jpeg" Id="R631aaff30b8141c5" /><Relationship Type="http://schemas.openxmlformats.org/officeDocument/2006/relationships/image" Target="/ppt/media/image2.png" Id="R2046cf16cfd2474b" /><Relationship Type="http://schemas.openxmlformats.org/officeDocument/2006/relationships/image" Target="/ppt/media/image2.jpeg" Id="R3571ae73f4944d07" /><Relationship Type="http://schemas.openxmlformats.org/officeDocument/2006/relationships/image" Target="/ppt/media/image3.jpeg" Id="R68fcbc0afc844f36" /><Relationship Type="http://schemas.openxmlformats.org/officeDocument/2006/relationships/notesSlide" Target="/ppt/notesSlides/notesSlide2.xml" Id="Rc9ddeaf0d6174b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c20577b3840a1" /><Relationship Type="http://schemas.openxmlformats.org/officeDocument/2006/relationships/image" Target="/ppt/media/image4.jpeg" Id="Ra3cf0fafb3454341" /><Relationship Type="http://schemas.openxmlformats.org/officeDocument/2006/relationships/image" Target="/ppt/media/image5.jpeg" Id="Ra2f1932678aa4cd6" /><Relationship Type="http://schemas.openxmlformats.org/officeDocument/2006/relationships/notesSlide" Target="/ppt/notesSlides/notesSlide3.xml" Id="R6077b1c13b234a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0ddabc6bd407d" /><Relationship Type="http://schemas.openxmlformats.org/officeDocument/2006/relationships/image" Target="/ppt/media/image6.jpeg" Id="Rd4535846ecc94f0d" /><Relationship Type="http://schemas.openxmlformats.org/officeDocument/2006/relationships/notesSlide" Target="/ppt/notesSlides/notesSlide4.xml" Id="R0cb4272b63a444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300dee79340a2" /><Relationship Type="http://schemas.openxmlformats.org/officeDocument/2006/relationships/image" Target="/ppt/media/image7.jpeg" Id="R4b9fd5d7a47a46de" /><Relationship Type="http://schemas.openxmlformats.org/officeDocument/2006/relationships/image" Target="/ppt/media/image8.jpeg" Id="Ra06d69f9a97843cd" /><Relationship Type="http://schemas.openxmlformats.org/officeDocument/2006/relationships/image" Target="/ppt/media/image3.png" Id="Rdf40431ef30f485c" /><Relationship Type="http://schemas.openxmlformats.org/officeDocument/2006/relationships/image" Target="/ppt/media/image9.jpeg" Id="Rd54d58c128b04ef6" /><Relationship Type="http://schemas.openxmlformats.org/officeDocument/2006/relationships/notesSlide" Target="/ppt/notesSlides/notesSlide5.xml" Id="R4490c0c431c84d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e2e132c584afe" /><Relationship Type="http://schemas.openxmlformats.org/officeDocument/2006/relationships/image" Target="/ppt/media/image10.jpeg" Id="Rd6bd7164935941fa" /><Relationship Type="http://schemas.openxmlformats.org/officeDocument/2006/relationships/image" Target="/ppt/media/image11.jpeg" Id="Rfabb1281dfde4a70" /><Relationship Type="http://schemas.openxmlformats.org/officeDocument/2006/relationships/notesSlide" Target="/ppt/notesSlides/notesSlide6.xml" Id="Re75f89c14ea244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13eab7a134ff2" /><Relationship Type="http://schemas.openxmlformats.org/officeDocument/2006/relationships/image" Target="/ppt/media/image12.jpeg" Id="Rfe13f0f1b5844142" /><Relationship Type="http://schemas.openxmlformats.org/officeDocument/2006/relationships/notesSlide" Target="/ppt/notesSlides/notesSlide7.xml" Id="R4ef3de5a37b34c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63a732dea4cbe" /><Relationship Type="http://schemas.openxmlformats.org/officeDocument/2006/relationships/image" Target="/ppt/media/image13.jpeg" Id="Rc1ceff5aba414d87" /><Relationship Type="http://schemas.openxmlformats.org/officeDocument/2006/relationships/image" Target="/ppt/media/image14.jpeg" Id="Rdcf9dd4ac9b9464f" /><Relationship Type="http://schemas.openxmlformats.org/officeDocument/2006/relationships/image" Target="/ppt/media/image15.jpeg" Id="Rcfb43daf1d0c4b52" /><Relationship Type="http://schemas.openxmlformats.org/officeDocument/2006/relationships/image" Target="/ppt/media/image4.png" Id="R3af73da9778e4edc" /><Relationship Type="http://schemas.openxmlformats.org/officeDocument/2006/relationships/notesSlide" Target="/ppt/notesSlides/notesSlide8.xml" Id="R677eb6bc1d7949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aaba21ac44bb1" /><Relationship Type="http://schemas.openxmlformats.org/officeDocument/2006/relationships/image" Target="/ppt/media/image16.jpeg" Id="R8bebdb7b7cea44fb" /><Relationship Type="http://schemas.openxmlformats.org/officeDocument/2006/relationships/image" Target="/ppt/media/image17.jpeg" Id="R6f867e87c7524175" /><Relationship Type="http://schemas.openxmlformats.org/officeDocument/2006/relationships/notesSlide" Target="/ppt/notesSlides/notesSlide9.xml" Id="Rc44a6dac38f74d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7d1929bb54eab" /><Relationship Type="http://schemas.openxmlformats.org/officeDocument/2006/relationships/image" Target="/ppt/media/image18.jpeg" Id="R0db8c6ad2f1543c4" /><Relationship Type="http://schemas.openxmlformats.org/officeDocument/2006/relationships/notesSlide" Target="/ppt/notesSlides/notesSlide10.xml" Id="R58d25dd59a4f46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853dadd964f9f" /><Relationship Type="http://schemas.openxmlformats.org/officeDocument/2006/relationships/image" Target="/ppt/media/image19.jpeg" Id="Rdc93a99d3733436b" /><Relationship Type="http://schemas.openxmlformats.org/officeDocument/2006/relationships/image" Target="/ppt/media/image20.jpeg" Id="R2048c1eb79bc4355" /><Relationship Type="http://schemas.openxmlformats.org/officeDocument/2006/relationships/image" Target="/ppt/media/image21.jpeg" Id="R3eeff011baba4f32" /><Relationship Type="http://schemas.openxmlformats.org/officeDocument/2006/relationships/image" Target="/ppt/media/image22.jpeg" Id="Ra17dce8d2b574dd9" /><Relationship Type="http://schemas.openxmlformats.org/officeDocument/2006/relationships/notesSlide" Target="/ppt/notesSlides/notesSlide11.xml" Id="Rc57ebff092a146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3e263d53f422f" /><Relationship Type="http://schemas.openxmlformats.org/officeDocument/2006/relationships/image" Target="/ppt/media/image5.png" Id="R26f60ddb8f2d4ae6" /><Relationship Type="http://schemas.openxmlformats.org/officeDocument/2006/relationships/image" Target="/ppt/media/image23.jpeg" Id="R6fd991fbd4f043bd" /><Relationship Type="http://schemas.openxmlformats.org/officeDocument/2006/relationships/notesSlide" Target="/ppt/notesSlides/notesSlide12.xml" Id="R8d8b381595994a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a53eb33a141e4" /><Relationship Type="http://schemas.openxmlformats.org/officeDocument/2006/relationships/image" Target="/ppt/media/image24.jpeg" Id="R2dd0ce5826b5458d" /><Relationship Type="http://schemas.openxmlformats.org/officeDocument/2006/relationships/notesSlide" Target="/ppt/notesSlides/notesSlide13.xml" Id="Rfce11416b8a344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d625d140340c0" /><Relationship Type="http://schemas.openxmlformats.org/officeDocument/2006/relationships/image" Target="/ppt/media/image25.jpeg" Id="R47ed8c86301a4e9a" /><Relationship Type="http://schemas.openxmlformats.org/officeDocument/2006/relationships/image" Target="/ppt/media/image26.jpeg" Id="Rdb09ba551fd24ca9" /><Relationship Type="http://schemas.openxmlformats.org/officeDocument/2006/relationships/image" Target="/ppt/media/image27.jpeg" Id="Rb1a8fcdb15874559" /><Relationship Type="http://schemas.openxmlformats.org/officeDocument/2006/relationships/image" Target="/ppt/media/image28.jpeg" Id="R25069df7a66a4a20" /><Relationship Type="http://schemas.openxmlformats.org/officeDocument/2006/relationships/notesSlide" Target="/ppt/notesSlides/notesSlide14.xml" Id="R80c7c5940aa545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c5d818e0e4d15" /><Relationship Type="http://schemas.openxmlformats.org/officeDocument/2006/relationships/image" Target="/ppt/media/image29.jpeg" Id="Raeef58edb506464a" /><Relationship Type="http://schemas.openxmlformats.org/officeDocument/2006/relationships/image" Target="/ppt/media/image6.png" Id="R8efffe889bdb454b" /><Relationship Type="http://schemas.openxmlformats.org/officeDocument/2006/relationships/notesSlide" Target="/ppt/notesSlides/notesSlide15.xml" Id="Ra40641b0d8e044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8d341673e4e2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7B8A5-F23C-49EF-BD6F-01D85CBD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16F4F09A-661B-43EC-A6C5-6F0CE871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E2BC0557-6B40-444B-B653-AF08B90D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9">
            <a:extLst xmlns:a="http://schemas.openxmlformats.org/drawingml/2006/main">
              <a:ext uri="{FF2B5EF4-FFF2-40B4-BE49-F238E27FC236}">
                <a16:creationId xmlns:a16="http://schemas.microsoft.com/office/drawing/2014/main" id="{C446762B-7675-4CEB-B905-59646EE1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9</a:t>
            </a:r>
          </a:p>
        </p:txBody>
      </p:sp>
      <p:sp>
        <p:nvSpPr>
          <p:cNvPr id="6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B00BD008-8BD2-4958-BD20-299AC4E6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3786C994-8C4E-46FA-A994-C28C0703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4353FBD5-56AC-488A-9512-247D80CE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3420084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0EAF3301-73CA-4EAA-A4A2-416866B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EBC5207B-8907-4C2D-8717-DBB36CED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6A8FF71-1BE7-474A-9984-A7EB3C6B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это занятие</a:t>
            </a:r>
          </a:p>
        </p:txBody>
      </p:sp>
      <p:sp>
        <p:nvSpPr>
          <p:cNvPr id="4" name="Различать цветовое пространство,…">
            <a:extLst xmlns:a="http://schemas.openxmlformats.org/drawingml/2006/main">
              <a:ext uri="{FF2B5EF4-FFF2-40B4-BE49-F238E27FC236}">
                <a16:creationId xmlns:a16="http://schemas.microsoft.com/office/drawing/2014/main" id="{DF798F88-D043-4168-B9D6-0CEED42A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Различать цветовое пространство, профиль и преобразование для web-изображения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F306F-AF18-4E90-B12B-CA93147D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A71E12-63B4-4271-994F-4BCF4AF4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BA4DC80-B0DB-4008-8D5B-8F316934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Различать цветовое пространство, профиль и преобразование для web-изображения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255297A7-9D89-417B-ADE5-D352D548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aaff30b8141c5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Различать цветовое пространство,…">
            <a:extLst xmlns:a="http://schemas.openxmlformats.org/drawingml/2006/main">
              <a:ext uri="{FF2B5EF4-FFF2-40B4-BE49-F238E27FC236}">
                <a16:creationId xmlns:a16="http://schemas.microsoft.com/office/drawing/2014/main" id="{0402D5C8-F9B2-4502-86E4-5E0550A0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Различать цветовое пространство, профиль и преобразование для web-изображения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381005A1-6B15-4900-9609-1060A6B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6cf16cfd2474b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087716C5-0457-4740-AC73-C87BAFAA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8C2B9F6-BD4D-45EF-A405-D602ACEB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1ae73f4944d07"/>
          <a:srcRect xmlns:a="http://schemas.openxmlformats.org/drawingml/2006/main" l="8966" t="0" r="89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объяснение и разбор примера">
            <a:extLst xmlns:a="http://schemas.openxmlformats.org/drawingml/2006/main">
              <a:ext uri="{FF2B5EF4-FFF2-40B4-BE49-F238E27FC236}">
                <a16:creationId xmlns:a16="http://schemas.microsoft.com/office/drawing/2014/main" id="{A3F7CD7F-4287-453A-B6D1-6057BFDE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объяснение и разбор примера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3B412B1-8664-4583-84C8-77A45CB0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cbc0afc844f36"/>
          <a:srcRect xmlns:a="http://schemas.openxmlformats.org/drawingml/2006/main" l="8983" t="0" r="89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15 мин">
            <a:extLst xmlns:a="http://schemas.openxmlformats.org/drawingml/2006/main">
              <a:ext uri="{FF2B5EF4-FFF2-40B4-BE49-F238E27FC236}">
                <a16:creationId xmlns:a16="http://schemas.microsoft.com/office/drawing/2014/main" id="{8FA1DB76-8134-40DF-8BEC-806C2E59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15 мин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B263F13-9795-4B70-AE5F-101122A5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309760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0990AFE3-FB27-4A3B-9E66-D4951670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A210A0E-2523-4ED4-B173-73372A40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29DF985-9C14-40F5-835A-C78FA297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Проблема, которую решает занятие</a:t>
            </a:r>
          </a:p>
        </p:txBody>
      </p:sp>
      <p:sp>
        <p:nvSpPr>
          <p:cNvPr id="4" name="ПРОБЛЕМА">
            <a:extLst xmlns:a="http://schemas.openxmlformats.org/drawingml/2006/main">
              <a:ext uri="{FF2B5EF4-FFF2-40B4-BE49-F238E27FC236}">
                <a16:creationId xmlns:a16="http://schemas.microsoft.com/office/drawing/2014/main" id="{5CE80F8F-3F74-483C-873B-51F0215F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BB62F-A936-4A9D-8643-698B04FE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F67D3-090C-46AD-B0B3-AD396BBD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DC5EC1D-6A05-4F9D-A2B2-D43312F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задача задаёт критерий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CA7086CA-FB87-4434-9944-6C4FA2BE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f0fafb3454341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ПРОБЛЕМА">
            <a:extLst xmlns:a="http://schemas.openxmlformats.org/drawingml/2006/main">
              <a:ext uri="{FF2B5EF4-FFF2-40B4-BE49-F238E27FC236}">
                <a16:creationId xmlns:a16="http://schemas.microsoft.com/office/drawing/2014/main" id="{1D902AD1-7F53-4F7F-B0E5-AB21D46D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7409982D-764B-4867-803B-07211007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1932678aa4cd6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C7841F36-EC48-41AA-8689-DADAF999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313762C4-B762-4533-96A5-A66916A8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740716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97233818-C70D-4292-AEF0-91284F06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776C5809-78CF-41E3-9E78-FD4E40D0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C7CB898-EB24-49DA-8B61-C400837E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Ключевые понятия</a:t>
            </a:r>
          </a:p>
        </p:txBody>
      </p:sp>
      <p:sp>
        <p:nvSpPr>
          <p:cNvPr id="4" name="Термины нужны для точного…">
            <a:extLst xmlns:a="http://schemas.openxmlformats.org/drawingml/2006/main">
              <a:ext uri="{FF2B5EF4-FFF2-40B4-BE49-F238E27FC236}">
                <a16:creationId xmlns:a16="http://schemas.microsoft.com/office/drawing/2014/main" id="{168239AE-8C04-4C9D-92CE-8849D166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Термины нужны для точного объяснения решения.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7C0EA-7CA6-4247-BD57-AF6E0EC5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81D94-B098-4064-AA54-71E017B0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8281194-891C-481F-A998-28FA0749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понятия связывают действие и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77AC8C04-3F61-408F-A129-C539A7E8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35846ecc94f0d"/>
          <a:srcRect xmlns:a="http://schemas.openxmlformats.org/drawingml/2006/main" l="7409" t="0" r="74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3BA63-91FF-4226-B8EB-E6600738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43F89-533E-4F8D-9580-5C17840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10464F03-305B-4CF8-AF8A-172E4FE1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Термины нужны для точного…">
            <a:extLst xmlns:a="http://schemas.openxmlformats.org/drawingml/2006/main">
              <a:ext uri="{FF2B5EF4-FFF2-40B4-BE49-F238E27FC236}">
                <a16:creationId xmlns:a16="http://schemas.microsoft.com/office/drawing/2014/main" id="{690D37CF-556C-4B4F-A8EA-B1310182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Термины нужны для точного объяснения решения.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AC212-6615-4E72-8A10-1E937E4B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24DD0-9205-47AE-A1F7-C18D0617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293E8891-330F-4804-89D3-0902A07C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62CE1764-B3AD-4897-9414-D0127638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683FC-D649-4037-84BC-C3155725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38CCF-CD1E-4CE9-8BE9-8BE17F6A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ABDFA6C4-BDC0-4091-A3AA-A20D1C5D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Color space">
            <a:extLst xmlns:a="http://schemas.openxmlformats.org/drawingml/2006/main">
              <a:ext uri="{FF2B5EF4-FFF2-40B4-BE49-F238E27FC236}">
                <a16:creationId xmlns:a16="http://schemas.microsoft.com/office/drawing/2014/main" id="{FFEFB6D1-A0C8-40B9-A7D2-C7AB7C77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Color 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72529-B637-4D01-995C-26415284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43F56-961B-4717-A430-C054F7B3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171213FB-A758-4B35-BE74-52D7B22E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доступный диапазон и модель цвета">
            <a:extLst xmlns:a="http://schemas.openxmlformats.org/drawingml/2006/main">
              <a:ext uri="{FF2B5EF4-FFF2-40B4-BE49-F238E27FC236}">
                <a16:creationId xmlns:a16="http://schemas.microsoft.com/office/drawing/2014/main" id="{2BBF1A9B-827A-42C9-8E49-26036545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доступный диапазон и модель цвета</a:t>
            </a:r>
          </a:p>
        </p:txBody>
      </p:sp>
    </p:spTree>
    <p:extLst>
      <p:ext uri="{BB962C8B-B14F-4D97-AF65-F5344CB8AC3E}">
        <p14:creationId xmlns:p14="http://schemas.microsoft.com/office/powerpoint/2010/main" val="160649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AD622470-3B08-423D-A75A-5B89B8E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6AB427A-D211-4F77-BA7C-4634723E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1DAA0C2-E560-4AAA-BDBB-74C39947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Каждый шаг оставляет проверяемый…">
            <a:extLst xmlns:a="http://schemas.openxmlformats.org/drawingml/2006/main">
              <a:ext uri="{FF2B5EF4-FFF2-40B4-BE49-F238E27FC236}">
                <a16:creationId xmlns:a16="http://schemas.microsoft.com/office/drawing/2014/main" id="{94AB1DFB-2D72-48CD-B84F-2FCBC20C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Каждый шаг оставляет проверяемый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1C869-59DC-48A9-8FD6-512F39E0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8D6EF-68B2-47BE-9E4A-ECAEBEFD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58625B13-C452-4AD6-9129-69227F7B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один шаг — один проверяемый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2B9EF3D-61EC-445A-B440-9DBEED76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C528E-6BEF-450A-98BF-3D71EE80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A5FEF-7F27-428B-B95B-3BB30AFE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5E043171-7755-41FD-A623-642BD7FC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fd5d7a47a46de"/>
          <a:srcRect xmlns:a="http://schemas.openxmlformats.org/drawingml/2006/main" l="0" t="2356" r="0" b="2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AE45FC6B-D6F6-4E5F-8E86-E44FF679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8DB94-39EA-4CED-A3C1-2C2010BA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058FA-3E19-4793-9F10-22691F66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F0039750-D785-4E83-BE5B-91FCF8C8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d69f9a97843cd"/>
          <a:srcRect xmlns:a="http://schemas.openxmlformats.org/drawingml/2006/main" l="0" t="2356" r="0" b="2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EE47EF4F-C6B7-4217-87DE-D0B0898F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F4CAB-0793-4C18-AA55-8A06D67C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E82EE-C4E7-47E2-8DF4-60B7EC10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07BCD1AF-20E7-4F66-B61D-5C52E689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0431ef30f485c"/>
          <a:srcRect xmlns:a="http://schemas.openxmlformats.org/drawingml/2006/main" l="0" t="2406" r="0" b="2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65FCABD0-4765-4410-A34C-83E9C6A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067D2-B35E-4FDD-954C-90CB69A1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BE50D-A6AC-4CCC-B6FA-55DCADA7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A254C657-0B5C-4F2B-B084-4879F5A6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d58c128b04ef6"/>
          <a:srcRect xmlns:a="http://schemas.openxmlformats.org/drawingml/2006/main" l="0" t="2326" r="0" b="2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64296E86-669F-485E-8552-D125F139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18673971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70AF7F9F-E4CE-4314-B0E9-554DDEC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9D617395-C793-42BF-BB6E-C8C2C676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3FAD4FC-7C2D-4DCB-9C44-06D07AAC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и объяснение</a:t>
            </a:r>
          </a:p>
        </p:txBody>
      </p:sp>
      <p:sp>
        <p:nvSpPr>
          <p:cNvPr id="4" name="Преподаватель выполняет короткую…">
            <a:extLst xmlns:a="http://schemas.openxmlformats.org/drawingml/2006/main">
              <a:ext uri="{FF2B5EF4-FFF2-40B4-BE49-F238E27FC236}">
                <a16:creationId xmlns:a16="http://schemas.microsoft.com/office/drawing/2014/main" id="{7E7C1BC5-BA2A-4946-A02E-0FCEA703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Преподаватель выполняет короткую последовательность, вслух объясняет выбор, затем передаёт студентам первый шаг.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543AE-CD94-4BD8-A667-65D0BB25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81545-83F2-4AD8-B7E5-49C3A6B8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EFF56EF-C213-4632-8C48-508B3D51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преподаватель показывает, объясняет и передаёт первый шаг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D0D66CE-4919-4F42-B9E1-092E62F8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d7164935941fa"/>
          <a:srcRect xmlns:a="http://schemas.openxmlformats.org/drawingml/2006/main" l="0" t="12558" r="0" b="12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Преподаватель выполняет короткую…">
            <a:extLst xmlns:a="http://schemas.openxmlformats.org/drawingml/2006/main">
              <a:ext uri="{FF2B5EF4-FFF2-40B4-BE49-F238E27FC236}">
                <a16:creationId xmlns:a16="http://schemas.microsoft.com/office/drawing/2014/main" id="{769E267C-9F8F-4B41-B3B0-2D9A74A0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выполняет короткую последовательность, вслух объясняет выбор, затем передаёт студентам…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09029E66-3BB9-4D7D-8C35-9617F4D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b1281dfde4a70"/>
          <a:srcRect xmlns:a="http://schemas.openxmlformats.org/drawingml/2006/main" l="0" t="12548" r="0" b="125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5D58A92A-7024-4FA5-896E-23D7875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1B9535A1-DEA7-4561-A33F-99B564B8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658943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556B8509-6587-41D2-8234-2A54498E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987E557A-C502-49DD-A627-EDA20607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3CBED03-C037-4597-B438-8B3880C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нужен этот приём</a:t>
            </a:r>
          </a:p>
        </p:txBody>
      </p:sp>
      <p:sp>
        <p:nvSpPr>
          <p:cNvPr id="4" name="ЗАЧЕМ?">
            <a:extLst xmlns:a="http://schemas.openxmlformats.org/drawingml/2006/main">
              <a:ext uri="{FF2B5EF4-FFF2-40B4-BE49-F238E27FC236}">
                <a16:creationId xmlns:a16="http://schemas.microsoft.com/office/drawing/2014/main" id="{59134D10-4901-4DAB-B92D-6935E2B8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64D59-4CFD-4A59-96C9-1D85ABC1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2B0A4-282E-4309-B450-795A2BF5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3F3294D-28C6-4430-8AEE-127ED0A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решение связано с назначением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9BDA820-42EA-4477-A1CC-3094297D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3f0f1b5844142"/>
          <a:srcRect xmlns:a="http://schemas.openxmlformats.org/drawingml/2006/main" l="7409" t="0" r="74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47ECA-03B6-4C73-A8FA-0FFFB4D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3BA99-8A46-4882-BB15-10857C16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8119513F-3C6D-4E7D-9D31-D24A05AA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ЗАЧЕМ?">
            <a:extLst xmlns:a="http://schemas.openxmlformats.org/drawingml/2006/main">
              <a:ext uri="{FF2B5EF4-FFF2-40B4-BE49-F238E27FC236}">
                <a16:creationId xmlns:a16="http://schemas.microsoft.com/office/drawing/2014/main" id="{224D99F6-1515-4685-8022-67C0803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D38A9-47FB-4D70-A23F-008485E9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85EB4-0EF7-4A1F-A8FB-C8F51F77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792EB2B4-53A2-4F6A-BBFC-BC760006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877CC5DE-E8E8-4FB3-A8F3-1614D45A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64345-9BAD-4F8D-A467-C032E509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0FD19-5B90-4194-86A8-379AD336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168B2AB7-4062-4689-BE4C-43AD9540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ОЧЕМУ?">
            <a:extLst xmlns:a="http://schemas.openxmlformats.org/drawingml/2006/main">
              <a:ext uri="{FF2B5EF4-FFF2-40B4-BE49-F238E27FC236}">
                <a16:creationId xmlns:a16="http://schemas.microsoft.com/office/drawing/2014/main" id="{3DCFEC2B-284E-4128-BB05-57A664F4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ПОЧЕМУ?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BD9A5-1D83-4F7D-AA18-1989624B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E425C-7160-4D26-88D8-DC666442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29DDF8B1-501C-4F56-9174-AAFEEB1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Чтобы цвет в web был предсказуемее.">
            <a:extLst xmlns:a="http://schemas.openxmlformats.org/drawingml/2006/main">
              <a:ext uri="{FF2B5EF4-FFF2-40B4-BE49-F238E27FC236}">
                <a16:creationId xmlns:a16="http://schemas.microsoft.com/office/drawing/2014/main" id="{87A58CC4-FEA8-44FE-BD3F-E1A3ADDF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Чтобы цвет в web был предсказуемее.</a:t>
            </a:r>
          </a:p>
        </p:txBody>
      </p:sp>
    </p:spTree>
    <p:extLst>
      <p:ext uri="{BB962C8B-B14F-4D97-AF65-F5344CB8AC3E}">
        <p14:creationId xmlns:p14="http://schemas.microsoft.com/office/powerpoint/2010/main" val="5043727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4324B354-4B32-4A1C-9D76-2B12206C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47943181-0008-4F61-96FA-E4F0DD41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6E4BF02-D8BF-4A08-B818-BDE3B27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Пары: сравнение по одному критерию</a:t>
            </a:r>
          </a:p>
        </p:txBody>
      </p:sp>
      <p:sp>
        <p:nvSpPr>
          <p:cNvPr id="4" name="Сначала называем общий критерий,…">
            <a:extLst xmlns:a="http://schemas.openxmlformats.org/drawingml/2006/main">
              <a:ext uri="{FF2B5EF4-FFF2-40B4-BE49-F238E27FC236}">
                <a16:creationId xmlns:a16="http://schemas.microsoft.com/office/drawing/2014/main" id="{FAA64C78-986B-4C3D-A2DB-1F3A1082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Сначала называем общий критерий, затем сравниваем решения.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CF4A9-D0FC-4420-9A7D-4201F407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31EB3-DED6-4DA4-9836-138334E3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A29C59FC-3219-48F1-A52A-EA0A3399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сравниваем один критерий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BF7483C7-6DED-47CE-B30B-6A527130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eff5aba414d87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Сначала называем общий критерий,…">
            <a:extLst xmlns:a="http://schemas.openxmlformats.org/drawingml/2006/main">
              <a:ext uri="{FF2B5EF4-FFF2-40B4-BE49-F238E27FC236}">
                <a16:creationId xmlns:a16="http://schemas.microsoft.com/office/drawing/2014/main" id="{8CE14344-5019-4EA5-B8DD-BA5DAEDB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Сначала называем общий критерий, затем сравниваем решения.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5026F56-A2B9-4EC7-BADE-28FB7366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9dd4ac9b9464f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EFEA6427-95D3-4C07-99D4-A0683F41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7BF23A5-677F-4DF5-A895-65BCBDE0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43daf1d0c4b52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Assign profile">
            <a:extLst xmlns:a="http://schemas.openxmlformats.org/drawingml/2006/main">
              <a:ext uri="{FF2B5EF4-FFF2-40B4-BE49-F238E27FC236}">
                <a16:creationId xmlns:a16="http://schemas.microsoft.com/office/drawing/2014/main" id="{FED24338-E833-4822-A985-B12C847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Assign profile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B914438-2ABE-4F1A-917B-9063EA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73da9778e4edc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меняет интерпретацию значений">
            <a:extLst xmlns:a="http://schemas.openxmlformats.org/drawingml/2006/main">
              <a:ext uri="{FF2B5EF4-FFF2-40B4-BE49-F238E27FC236}">
                <a16:creationId xmlns:a16="http://schemas.microsoft.com/office/drawing/2014/main" id="{74BCDBA5-B14B-4DA4-BED1-4055CA5F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меняет интерпретацию значений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51C22BF8-632E-4DE0-A00C-64155A12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32757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1A51C447-1D77-41C4-8DFE-B508142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84644A3-9040-4C29-B7CC-93534CE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C236D5D-D552-4127-8191-D38F11A2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Пять вопросов к работе</a:t>
            </a:r>
          </a:p>
        </p:txBody>
      </p:sp>
      <p:sp>
        <p:nvSpPr>
          <p:cNvPr id="4" name="Какой профиль встроен?">
            <a:extLst xmlns:a="http://schemas.openxmlformats.org/drawingml/2006/main">
              <a:ext uri="{FF2B5EF4-FFF2-40B4-BE49-F238E27FC236}">
                <a16:creationId xmlns:a16="http://schemas.microsoft.com/office/drawing/2014/main" id="{6FD9FFEF-813B-45C8-B4CF-D416571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Какой профиль встроен?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0FB91-7519-4300-9448-90075701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5CB61-FC97-4F07-ABB1-F447A1DA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8A27A948-71A8-4221-B58C-90B61BEB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вопросы направляют проверку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96B6D00-FD83-4A17-89FF-35D30F95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bdb7b7cea44fb"/>
          <a:srcRect xmlns:a="http://schemas.openxmlformats.org/drawingml/2006/main" l="0" t="12574" r="0" b="12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Какой профиль встроен?">
            <a:extLst xmlns:a="http://schemas.openxmlformats.org/drawingml/2006/main">
              <a:ext uri="{FF2B5EF4-FFF2-40B4-BE49-F238E27FC236}">
                <a16:creationId xmlns:a16="http://schemas.microsoft.com/office/drawing/2014/main" id="{3CE8C218-19FD-49C7-BAAD-39376687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Какой профиль встроен?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4001A211-63EC-4FB7-A9BF-286B1C58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67e87c7524175"/>
          <a:srcRect xmlns:a="http://schemas.openxmlformats.org/drawingml/2006/main" l="0" t="12558" r="0" b="12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05B47D99-C0D2-4711-9B90-94BDA3B2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7E2130A1-2045-44AA-ADD2-F3F34ED8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211649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9E199DDF-64EF-4C91-BE1A-7A60941E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E2318A66-6F11-4BB8-853A-7D6E2FC2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444619E2-C384-4EA4-B374-D0BE9DC0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ответов студентов</a:t>
            </a:r>
          </a:p>
        </p:txBody>
      </p:sp>
      <p:sp>
        <p:nvSpPr>
          <p:cNvPr id="4" name="Преподаватель переводит…">
            <a:extLst xmlns:a="http://schemas.openxmlformats.org/drawingml/2006/main">
              <a:ext uri="{FF2B5EF4-FFF2-40B4-BE49-F238E27FC236}">
                <a16:creationId xmlns:a16="http://schemas.microsoft.com/office/drawing/2014/main" id="{F925AA02-4A36-401F-B400-6A7B791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Преподаватель переводит впечатления в проверяемые формулировки.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2EB5B-055B-4E4A-B40F-F070A38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26FD6-E211-44EB-9FA9-5F7BC4D0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49641A34-F2B2-4361-AD51-42218EEF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переводим впечатление в признак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5A7DDEE2-2D25-4846-98E8-2F54791E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8c6ad2f1543c4"/>
          <a:srcRect xmlns:a="http://schemas.openxmlformats.org/drawingml/2006/main" l="7465" t="0" r="74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13B43-95E1-4391-AAD0-02BAFC56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5D3B2-A4FA-4859-91CE-5E4B57DB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B3C37881-7E9D-4E74-A611-B8A7B403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Преподаватель переводит…">
            <a:extLst xmlns:a="http://schemas.openxmlformats.org/drawingml/2006/main">
              <a:ext uri="{FF2B5EF4-FFF2-40B4-BE49-F238E27FC236}">
                <a16:creationId xmlns:a16="http://schemas.microsoft.com/office/drawing/2014/main" id="{DFA610D1-42F0-4E85-81B5-6ED46578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переводит впечатления в проверяемые формулировки.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E624A-B063-4032-AB9F-2A5DFC86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B2118-527A-4E5B-9B0B-149A0321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A6A350BF-3F6E-4830-A523-3F452D2B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F4E36D82-6776-44AC-B93A-339DF71A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3C48A-7B23-477A-BBBB-B4537E24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E2C7C-888E-4C32-A7D7-5876E759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61729A62-98CB-4A16-B199-25E52EB8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«Просто выглядит лучше».">
            <a:extLst xmlns:a="http://schemas.openxmlformats.org/drawingml/2006/main">
              <a:ext uri="{FF2B5EF4-FFF2-40B4-BE49-F238E27FC236}">
                <a16:creationId xmlns:a16="http://schemas.microsoft.com/office/drawing/2014/main" id="{FF398BB7-520A-4D60-A701-691DA02A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«Просто выглядит лучше».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3D717-0D77-4942-BC15-7EF886AE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BBDF8-DD25-4460-947A-0ED225D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BC41662A-2CB8-4B7F-A0E3-2998F4C9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«Решение помогает конкретной…">
            <a:extLst xmlns:a="http://schemas.openxmlformats.org/drawingml/2006/main">
              <a:ext uri="{FF2B5EF4-FFF2-40B4-BE49-F238E27FC236}">
                <a16:creationId xmlns:a16="http://schemas.microsoft.com/office/drawing/2014/main" id="{E730E3F8-979C-4E56-84C0-20079741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«Решение помогает конкретной задаче».</a:t>
            </a:r>
          </a:p>
        </p:txBody>
      </p:sp>
    </p:spTree>
    <p:extLst>
      <p:ext uri="{BB962C8B-B14F-4D97-AF65-F5344CB8AC3E}">
        <p14:creationId xmlns:p14="http://schemas.microsoft.com/office/powerpoint/2010/main" val="177082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C79B2148-3139-4356-B15C-E3A75C8F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4C47ECB-FCE3-4E19-A4E8-DE373C82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0205624-D75E-4EA5-ACA0-76BA98D2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Интерактив: найдите пять признаков</a:t>
            </a:r>
          </a:p>
        </p:txBody>
      </p:sp>
      <p:sp>
        <p:nvSpPr>
          <p:cNvPr id="4" name="Каждый студент называет новое…">
            <a:extLst xmlns:a="http://schemas.openxmlformats.org/drawingml/2006/main">
              <a:ext uri="{FF2B5EF4-FFF2-40B4-BE49-F238E27FC236}">
                <a16:creationId xmlns:a16="http://schemas.microsoft.com/office/drawing/2014/main" id="{9D052272-8FE0-429F-B9DA-6B255470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Каждый студент называет новое наблюдение и связывает его с задачей.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1AE94-1A20-47C4-A322-E5550E78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4C0E4-58EA-44FB-A532-8CB85D11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6376565-1822-4E46-904A-1D03384D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новый ответ добавляет наблюдение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214F6F3-6B25-448B-AA28-89FDFBE9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3a99d3733436b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Каждый студент называет новое…">
            <a:extLst xmlns:a="http://schemas.openxmlformats.org/drawingml/2006/main">
              <a:ext uri="{FF2B5EF4-FFF2-40B4-BE49-F238E27FC236}">
                <a16:creationId xmlns:a16="http://schemas.microsoft.com/office/drawing/2014/main" id="{1A5C6F7E-2884-4B9B-B5B4-25366ED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Каждый студент называет новое наблюдение и связывает его с задачей.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C2BDE4B-DBF0-4BBC-A44F-9C36312F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8c1eb79bc4355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26669685-FEB2-48C2-B612-5FEF3E7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0B069936-35B1-419F-BB20-67C293C9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ff011baba4f32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Какой профиль встроен?">
            <a:extLst xmlns:a="http://schemas.openxmlformats.org/drawingml/2006/main">
              <a:ext uri="{FF2B5EF4-FFF2-40B4-BE49-F238E27FC236}">
                <a16:creationId xmlns:a16="http://schemas.microsoft.com/office/drawing/2014/main" id="{6AD3EA21-55BD-4604-AC6E-C64695D7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Какой профиль встроен?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09CC9F1-3985-4933-B892-39E376F3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dce8d2b574dd9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Каков целевой носитель?">
            <a:extLst xmlns:a="http://schemas.openxmlformats.org/drawingml/2006/main">
              <a:ext uri="{FF2B5EF4-FFF2-40B4-BE49-F238E27FC236}">
                <a16:creationId xmlns:a16="http://schemas.microsoft.com/office/drawing/2014/main" id="{08C6F547-CF02-4102-8BF3-4C0C1425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Каков целевой носитель?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950EE52-FB71-4D67-85F5-3A67A893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9139307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DEE98EF3-A30C-482B-AD8E-4786CAF6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EC09C5B-262D-4586-9E38-FF630DB5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B609C8A1-1D29-4EEE-B20A-448EB54B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Практика: от повтора к самостоятельному решению</a:t>
            </a:r>
          </a:p>
        </p:txBody>
      </p:sp>
      <p:sp>
        <p:nvSpPr>
          <p:cNvPr id="4" name="После показа преподавателя…">
            <a:extLst xmlns:a="http://schemas.openxmlformats.org/drawingml/2006/main">
              <a:ext uri="{FF2B5EF4-FFF2-40B4-BE49-F238E27FC236}">
                <a16:creationId xmlns:a16="http://schemas.microsoft.com/office/drawing/2014/main" id="{BE8C3B8A-0CE5-41A4-97AC-5DFBD2A4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После показа преподавателя студент повторяет первый шаг и постепенно увеличивает сложность.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BB42C-017D-4573-BC94-EF38333C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97242-F304-4265-A041-2BE77A27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91F8530-F4C7-4E63-9C39-DD45AB1A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практика усиливается по шагам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A81ABBD-657A-41FE-A3EA-ACAD9A6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60ddb8f2d4ae6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После показа преподавателя…">
            <a:extLst xmlns:a="http://schemas.openxmlformats.org/drawingml/2006/main">
              <a:ext uri="{FF2B5EF4-FFF2-40B4-BE49-F238E27FC236}">
                <a16:creationId xmlns:a16="http://schemas.microsoft.com/office/drawing/2014/main" id="{5FA4D407-1207-4A17-ACAB-89CF9F63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После показа преподавателя студент повторяет первый шаг и постепенно увеличивает сложность.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9F498586-F245-41F5-82D1-528DDDAA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991fbd4f043bd"/>
          <a:srcRect xmlns:a="http://schemas.openxmlformats.org/drawingml/2006/main" l="0" t="12574" r="0" b="125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F3114FEF-5F3A-407E-809A-A8D020FD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E30891BA-B74A-43E4-944E-19A9A5C5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3669936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AF12161E-B156-4631-B288-1CBF146C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53BA4F6-5FE6-446E-A8C5-B1332F49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F603A7E-7762-4460-97B2-8749C79C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 звучит сильный вывод</a:t>
            </a:r>
          </a:p>
        </p:txBody>
      </p:sp>
      <p:sp>
        <p:nvSpPr>
          <p:cNvPr id="4" name="Студент связывает условие,…">
            <a:extLst xmlns:a="http://schemas.openxmlformats.org/drawingml/2006/main">
              <a:ext uri="{FF2B5EF4-FFF2-40B4-BE49-F238E27FC236}">
                <a16:creationId xmlns:a16="http://schemas.microsoft.com/office/drawing/2014/main" id="{35BCD85B-970F-48C7-8BA6-61E8A1A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Студент связывает условие, действие, признак и результат.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4AB43-B6A9-4AFE-954D-804808A5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E6611-387E-44D1-B5A7-46324AA0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EC8800AF-25AD-4681-A1FD-4BE735C1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вывод связывает действие и результат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D389D7AF-18D8-4DC0-8133-71D16FBF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0ce5826b5458d"/>
          <a:srcRect xmlns:a="http://schemas.openxmlformats.org/drawingml/2006/main" l="7453" t="0" r="74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6F4E6-C1A7-4241-BB79-142ACBE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2D488-04CC-4EFF-923D-2DCB3382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1312583E-02A7-4A87-AD0F-2CC1E103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Студент связывает условие,…">
            <a:extLst xmlns:a="http://schemas.openxmlformats.org/drawingml/2006/main">
              <a:ext uri="{FF2B5EF4-FFF2-40B4-BE49-F238E27FC236}">
                <a16:creationId xmlns:a16="http://schemas.microsoft.com/office/drawing/2014/main" id="{D5313BF5-46E6-45DA-A351-97A9F6C1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 связывает условие, действие, признак и результат.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A1B798-D3A7-4D42-B2DE-96584C4B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10FED-CCA1-451B-8CD3-103875B2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416C9C1F-CF20-4E02-8A00-43651BBB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5588EB57-800C-42F9-A3D8-0FB5C20E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6B3E9-B5FA-46AC-A182-D7F5419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10E32-3B65-4142-8DDB-578613E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9EC26B93-B8A7-41FB-8AE8-F67ECE6C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Условие">
            <a:extLst xmlns:a="http://schemas.openxmlformats.org/drawingml/2006/main">
              <a:ext uri="{FF2B5EF4-FFF2-40B4-BE49-F238E27FC236}">
                <a16:creationId xmlns:a16="http://schemas.microsoft.com/office/drawing/2014/main" id="{A28BA4A9-823F-4909-9733-70257771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Условие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E93EB-FCAD-40EF-B142-7A2161DE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670BD-0437-4B08-9CEE-FAB72469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42EC8EE5-EB18-471A-B31D-54E24DFE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Действие">
            <a:extLst xmlns:a="http://schemas.openxmlformats.org/drawingml/2006/main">
              <a:ext uri="{FF2B5EF4-FFF2-40B4-BE49-F238E27FC236}">
                <a16:creationId xmlns:a16="http://schemas.microsoft.com/office/drawing/2014/main" id="{677BC419-C6F1-4FFE-AE80-C603743C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</p:spTree>
    <p:extLst>
      <p:ext uri="{BB962C8B-B14F-4D97-AF65-F5344CB8AC3E}">
        <p14:creationId xmlns:p14="http://schemas.microsoft.com/office/powerpoint/2010/main" val="13718265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D6E99B47-3509-4FF8-A58E-C09789B9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62D6772-EA80-4535-BCE6-347F90B8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1606329F-51E9-47F6-85F2-8AB0C3DB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результата</a:t>
            </a:r>
          </a:p>
        </p:txBody>
      </p:sp>
      <p:sp>
        <p:nvSpPr>
          <p:cNvPr id="4" name="Space">
            <a:extLst xmlns:a="http://schemas.openxmlformats.org/drawingml/2006/main">
              <a:ext uri="{FF2B5EF4-FFF2-40B4-BE49-F238E27FC236}">
                <a16:creationId xmlns:a16="http://schemas.microsoft.com/office/drawing/2014/main" id="{7E091BF8-1435-43C5-A48C-DA8B023C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F9367-01A8-496F-BF0B-EC0090A9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6F772-F140-43CB-B9C1-E0DD4D86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DB359673-D7D4-47CE-BD39-B015661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чек-лист делает работу воспроизводимой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166AAA2B-A1AA-4AAC-84AE-8A23F6B7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d8c86301a4e9a"/>
          <a:srcRect xmlns:a="http://schemas.openxmlformats.org/drawingml/2006/main" l="8994" t="0" r="89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Space">
            <a:extLst xmlns:a="http://schemas.openxmlformats.org/drawingml/2006/main">
              <a:ext uri="{FF2B5EF4-FFF2-40B4-BE49-F238E27FC236}">
                <a16:creationId xmlns:a16="http://schemas.microsoft.com/office/drawing/2014/main" id="{B55309E2-F696-4241-B995-CBA85FC7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D4BD97B-CEE9-4D63-B809-20559FC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ba551fd24ca9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AAA6C11A-6F12-4EDE-A759-CF8AE5D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87DC20D-E9C0-40F7-BA3B-D74725AB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8fcdb15874559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диапазон">
            <a:extLst xmlns:a="http://schemas.openxmlformats.org/drawingml/2006/main">
              <a:ext uri="{FF2B5EF4-FFF2-40B4-BE49-F238E27FC236}">
                <a16:creationId xmlns:a16="http://schemas.microsoft.com/office/drawing/2014/main" id="{E816B8CE-550C-4F67-B75E-AA5CB30A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диапазон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3145CE3-A3CE-4244-B0B2-D4376AF8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69df7a66a4a20"/>
          <a:srcRect xmlns:a="http://schemas.openxmlformats.org/drawingml/2006/main" l="8940" t="0" r="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Profile">
            <a:extLst xmlns:a="http://schemas.openxmlformats.org/drawingml/2006/main">
              <a:ext uri="{FF2B5EF4-FFF2-40B4-BE49-F238E27FC236}">
                <a16:creationId xmlns:a16="http://schemas.microsoft.com/office/drawing/2014/main" id="{61456478-04A6-4046-8AE9-B6E6D659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F046642-0861-455F-A1FC-BF6E3FF9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5254883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63850588-88B2-46E8-B134-E44CA43E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9D81807D-5054-4421-8DB3-94EE325D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21D284A-D931-4600-BC0C-6FFC7605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Итоги занятия</a:t>
            </a:r>
          </a:p>
        </p:txBody>
      </p:sp>
      <p:sp>
        <p:nvSpPr>
          <p:cNvPr id="4" name="Различать цветовое пространство,…">
            <a:extLst xmlns:a="http://schemas.openxmlformats.org/drawingml/2006/main">
              <a:ext uri="{FF2B5EF4-FFF2-40B4-BE49-F238E27FC236}">
                <a16:creationId xmlns:a16="http://schemas.microsoft.com/office/drawing/2014/main" id="{3E16C77D-F713-49EB-A436-7A5C374C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Различать цветовое пространство, профиль и преобразование для web-изображения.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DCF6A-ED97-41FC-BD7C-3CE98B4D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7A2D2-B8C8-4449-B18B-C37FAC61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9D3BD223-6265-4814-926A-7C02BF3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П009 · результат объяснён и проверен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C439B5F-13D9-46B8-99F7-45A8DACD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f58edb506464a"/>
          <a:srcRect xmlns:a="http://schemas.openxmlformats.org/drawingml/2006/main" l="0" t="12597" r="0" b="12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Различать цветовое пространство,…">
            <a:extLst xmlns:a="http://schemas.openxmlformats.org/drawingml/2006/main">
              <a:ext uri="{FF2B5EF4-FFF2-40B4-BE49-F238E27FC236}">
                <a16:creationId xmlns:a16="http://schemas.microsoft.com/office/drawing/2014/main" id="{B52FA89A-57F7-4AE8-86EE-D6A41D9B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Различать цветовое пространство, профиль и преобразование для web-изображения.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898094DA-DABC-405D-8E45-AE72960E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ffe889bdb454b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Цветовые пространства и профили">
            <a:extLst xmlns:a="http://schemas.openxmlformats.org/drawingml/2006/main">
              <a:ext uri="{FF2B5EF4-FFF2-40B4-BE49-F238E27FC236}">
                <a16:creationId xmlns:a16="http://schemas.microsoft.com/office/drawing/2014/main" id="{9FE36953-6EDF-4DF7-8562-007EEA18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Цветовые пространства и профили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D57E0F28-C3D0-4DAD-90D0-A7F49EE8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799724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2026-09-13T13:17:34.9120000Z</dcterms:created>
  <dcterms:modified xsi:type="dcterms:W3CDTF">2026-09-13T13:17:34.9120000Z</dcterms:modified>
</coreProperties>
</file>