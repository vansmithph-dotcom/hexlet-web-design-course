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06c470d7504931" /><Relationship Type="http://schemas.openxmlformats.org/officeDocument/2006/relationships/extended-properties" Target="/docProps/app.xml" Id="R98cd4fb02dde4e37" /><Relationship Type="http://schemas.openxmlformats.org/officeDocument/2006/relationships/officeDocument" Target="/ppt/presentation.xml" Id="Rcb61be88e54d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e28fe3c42f4ce9"/>
  </p:sldMasterIdLst>
  <p:notesMasterIdLst>
    <p:notesMasterId xmlns:r="http://schemas.openxmlformats.org/officeDocument/2006/relationships" r:id="R490a2b2ad93047f4"/>
  </p:notesMasterIdLst>
  <p:sldIdLst>
    <p:sldId xmlns:r="http://schemas.openxmlformats.org/officeDocument/2006/relationships" id="256" r:id="R87511d751f73478c"/>
    <p:sldId xmlns:r="http://schemas.openxmlformats.org/officeDocument/2006/relationships" id="257" r:id="Rb3c173de3bd14dc1"/>
    <p:sldId xmlns:r="http://schemas.openxmlformats.org/officeDocument/2006/relationships" id="258" r:id="R777c7ab462de4eff"/>
    <p:sldId xmlns:r="http://schemas.openxmlformats.org/officeDocument/2006/relationships" id="259" r:id="Rd2adb9434038462e"/>
    <p:sldId xmlns:r="http://schemas.openxmlformats.org/officeDocument/2006/relationships" id="260" r:id="R2cfe30170ee0470d"/>
    <p:sldId xmlns:r="http://schemas.openxmlformats.org/officeDocument/2006/relationships" id="261" r:id="Rb9fdc41e00c74e20"/>
    <p:sldId xmlns:r="http://schemas.openxmlformats.org/officeDocument/2006/relationships" id="262" r:id="R19038c043b394170"/>
    <p:sldId xmlns:r="http://schemas.openxmlformats.org/officeDocument/2006/relationships" id="263" r:id="Rd39264a571524feb"/>
    <p:sldId xmlns:r="http://schemas.openxmlformats.org/officeDocument/2006/relationships" id="264" r:id="Ra9e19509217d4690"/>
    <p:sldId xmlns:r="http://schemas.openxmlformats.org/officeDocument/2006/relationships" id="265" r:id="R506feb6fff304b68"/>
    <p:sldId xmlns:r="http://schemas.openxmlformats.org/officeDocument/2006/relationships" id="266" r:id="R4a302e225e9a4025"/>
    <p:sldId xmlns:r="http://schemas.openxmlformats.org/officeDocument/2006/relationships" id="267" r:id="Rce8c5984c6324ea8"/>
    <p:sldId xmlns:r="http://schemas.openxmlformats.org/officeDocument/2006/relationships" id="268" r:id="R578bfebecea54542"/>
    <p:sldId xmlns:r="http://schemas.openxmlformats.org/officeDocument/2006/relationships" id="269" r:id="R02c17c7a7fb54fd7"/>
    <p:sldId xmlns:r="http://schemas.openxmlformats.org/officeDocument/2006/relationships" id="270" r:id="Rccd8de33fa29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4331e79e046ea" /><Relationship Type="http://schemas.openxmlformats.org/officeDocument/2006/relationships/slideMaster" Target="/ppt/slideMasters/slideMaster1.xml" Id="R96e28fe3c42f4ce9" /><Relationship Type="http://schemas.openxmlformats.org/officeDocument/2006/relationships/notesMaster" Target="/ppt/notesMasters/notesMaster1.xml" Id="R490a2b2ad93047f4" /><Relationship Type="http://schemas.openxmlformats.org/officeDocument/2006/relationships/presProps" Target="/ppt/presProps.xml" Id="Rb5aad3587919485b" /><Relationship Type="http://schemas.openxmlformats.org/officeDocument/2006/relationships/tableStyles" Target="/ppt/tableStyles.xml" Id="Rf713dc1ca7a7433e" /><Relationship Type="http://schemas.openxmlformats.org/officeDocument/2006/relationships/slide" Target="/ppt/slides/slide1.xml" Id="R87511d751f73478c" /><Relationship Type="http://schemas.openxmlformats.org/officeDocument/2006/relationships/slide" Target="/ppt/slides/slide2.xml" Id="Rb3c173de3bd14dc1" /><Relationship Type="http://schemas.openxmlformats.org/officeDocument/2006/relationships/slide" Target="/ppt/slides/slide3.xml" Id="R777c7ab462de4eff" /><Relationship Type="http://schemas.openxmlformats.org/officeDocument/2006/relationships/slide" Target="/ppt/slides/slide4.xml" Id="Rd2adb9434038462e" /><Relationship Type="http://schemas.openxmlformats.org/officeDocument/2006/relationships/slide" Target="/ppt/slides/slide5.xml" Id="R2cfe30170ee0470d" /><Relationship Type="http://schemas.openxmlformats.org/officeDocument/2006/relationships/slide" Target="/ppt/slides/slide6.xml" Id="Rb9fdc41e00c74e20" /><Relationship Type="http://schemas.openxmlformats.org/officeDocument/2006/relationships/slide" Target="/ppt/slides/slide7.xml" Id="R19038c043b394170" /><Relationship Type="http://schemas.openxmlformats.org/officeDocument/2006/relationships/slide" Target="/ppt/slides/slide8.xml" Id="Rd39264a571524feb" /><Relationship Type="http://schemas.openxmlformats.org/officeDocument/2006/relationships/slide" Target="/ppt/slides/slide9.xml" Id="Ra9e19509217d4690" /><Relationship Type="http://schemas.openxmlformats.org/officeDocument/2006/relationships/slide" Target="/ppt/slides/slide10.xml" Id="R506feb6fff304b68" /><Relationship Type="http://schemas.openxmlformats.org/officeDocument/2006/relationships/slide" Target="/ppt/slides/slide11.xml" Id="R4a302e225e9a4025" /><Relationship Type="http://schemas.openxmlformats.org/officeDocument/2006/relationships/slide" Target="/ppt/slides/slide12.xml" Id="Rce8c5984c6324ea8" /><Relationship Type="http://schemas.openxmlformats.org/officeDocument/2006/relationships/slide" Target="/ppt/slides/slide13.xml" Id="R578bfebecea54542" /><Relationship Type="http://schemas.openxmlformats.org/officeDocument/2006/relationships/slide" Target="/ppt/slides/slide14.xml" Id="R02c17c7a7fb54fd7" /><Relationship Type="http://schemas.openxmlformats.org/officeDocument/2006/relationships/slide" Target="/ppt/slides/slide15.xml" Id="Rccd8de33fa29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5d5e7c910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0298d6eec44b73" /><Relationship Type="http://schemas.openxmlformats.org/officeDocument/2006/relationships/notesMaster" Target="/ppt/notesMasters/notesMaster1.xml" Id="R142e3b0049ce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7dec1d0d545cc" /><Relationship Type="http://schemas.openxmlformats.org/officeDocument/2006/relationships/notesMaster" Target="/ppt/notesMasters/notesMaster1.xml" Id="Rb1930d03a53a4a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46ca9903c645e1" /><Relationship Type="http://schemas.openxmlformats.org/officeDocument/2006/relationships/notesMaster" Target="/ppt/notesMasters/notesMaster1.xml" Id="R9c902060752047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27d1c25f814028" /><Relationship Type="http://schemas.openxmlformats.org/officeDocument/2006/relationships/notesMaster" Target="/ppt/notesMasters/notesMaster1.xml" Id="R70f1993610ef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8afa9845dc411e" /><Relationship Type="http://schemas.openxmlformats.org/officeDocument/2006/relationships/notesMaster" Target="/ppt/notesMasters/notesMaster1.xml" Id="R0676ce6a81864a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2ddf3cf4c4c0e" /><Relationship Type="http://schemas.openxmlformats.org/officeDocument/2006/relationships/notesMaster" Target="/ppt/notesMasters/notesMaster1.xml" Id="R97077640ee1f4e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fd3e7281d4627" /><Relationship Type="http://schemas.openxmlformats.org/officeDocument/2006/relationships/notesMaster" Target="/ppt/notesMasters/notesMaster1.xml" Id="Rb9fec972534641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e6b7d545c84466" /><Relationship Type="http://schemas.openxmlformats.org/officeDocument/2006/relationships/notesMaster" Target="/ppt/notesMasters/notesMaster1.xml" Id="Rf43590aaf5e04e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61e264ccac490a" /><Relationship Type="http://schemas.openxmlformats.org/officeDocument/2006/relationships/notesMaster" Target="/ppt/notesMasters/notesMaster1.xml" Id="R2df8387e52dd43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37689a7b064850" /><Relationship Type="http://schemas.openxmlformats.org/officeDocument/2006/relationships/notesMaster" Target="/ppt/notesMasters/notesMaster1.xml" Id="R1e52172a9b9f4b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6271a8c1c54cc1" /><Relationship Type="http://schemas.openxmlformats.org/officeDocument/2006/relationships/notesMaster" Target="/ppt/notesMasters/notesMaster1.xml" Id="Ra76939dc93fe4f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abcbb6dad94d76" /><Relationship Type="http://schemas.openxmlformats.org/officeDocument/2006/relationships/notesMaster" Target="/ppt/notesMasters/notesMaster1.xml" Id="R92e5fa7117bd4c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b1d9a1c2a44c21" /><Relationship Type="http://schemas.openxmlformats.org/officeDocument/2006/relationships/notesMaster" Target="/ppt/notesMasters/notesMaster1.xml" Id="R58c87c3be8754e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c841701dba45bd" /><Relationship Type="http://schemas.openxmlformats.org/officeDocument/2006/relationships/notesMaster" Target="/ppt/notesMasters/notesMaster1.xml" Id="R7f5c3451bdf847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c1bb65db5e4871" /><Relationship Type="http://schemas.openxmlformats.org/officeDocument/2006/relationships/notesMaster" Target="/ppt/notesMasters/notesMaster1.xml" Id="R3b4f2d595af4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единая обложка серии РО 1.1.</a:t>
            </a:r>
          </a:p>
          <a:p xmlns:a="http://schemas.openxmlformats.org/drawingml/2006/main">
            <a:r>
              <a:t>Alt-текст: рабочее место дизайнера с монитором, графическими материалами и видом на город.</a:t>
            </a:r>
          </a:p>
          <a:p xmlns:a="http://schemas.openxmlformats.org/drawingml/2006/main">
            <a:r>
              <a:t>Источник: обязательный hero серии ПМ1, учебное изображение, созданное ИИ через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«Результат занятия».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П43; визуально раскрывает тему «Результат занятия».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43-01.png.</a:t>
            </a:r>
          </a:p>
          <a:p xmlns:a="http://schemas.openxmlformats.org/drawingml/2006/main">
            <a:r>
              <a:t>Полный промпт: Контактный лист 2×2, созданный специально для П43.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P43-A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Винтажный ключ как металлический объект, световой контур и прозрачная проекция.</a:t>
            </a:r>
          </a:p>
          <a:p xmlns:a="http://schemas.openxmlformats.org/drawingml/2006/main">
            <a:r>
              <a:t>2. Гладкая геометрическая кромка рядом с увеличенной тканью с пиксельной структурой.</a:t>
            </a:r>
          </a:p>
          <a:p xmlns:a="http://schemas.openxmlformats.org/drawingml/2006/main">
            <a:r>
              <a:t>3. Световая проекция старого телефона превращается в объёмную композицию.</a:t>
            </a:r>
          </a:p>
          <a:p xmlns:a="http://schemas.openxmlformats.org/drawingml/2006/main">
            <a:r>
              <a:t>4. Физический макет web-секции из карточек и прозрачных плёнок.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«Master, export и элемент в макете».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П43; визуально раскрывает тему «Master, export и элемент в макете».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43-02.png.</a:t>
            </a:r>
          </a:p>
          <a:p xmlns:a="http://schemas.openxmlformats.org/drawingml/2006/main">
            <a:r>
              <a:t>Полный промпт: Контактный лист 2×2, созданный специально для П43.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P43-A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Винтажный ключ как металлический объект, световой контур и прозрачная проекция.</a:t>
            </a:r>
          </a:p>
          <a:p xmlns:a="http://schemas.openxmlformats.org/drawingml/2006/main">
            <a:r>
              <a:t>2. Гладкая геометрическая кромка рядом с увеличенной тканью с пиксельной структурой.</a:t>
            </a:r>
          </a:p>
          <a:p xmlns:a="http://schemas.openxmlformats.org/drawingml/2006/main">
            <a:r>
              <a:t>3. Световая проекция старого телефона превращается в объёмную композицию.</a:t>
            </a:r>
          </a:p>
          <a:p xmlns:a="http://schemas.openxmlformats.org/drawingml/2006/main">
            <a:r>
              <a:t>4. Физический макет web-секции из карточек и прозрачных плёнок.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«Растровое изображение».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П43; визуально раскрывает тему «Растровое изображение».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43-03.png.</a:t>
            </a:r>
          </a:p>
          <a:p xmlns:a="http://schemas.openxmlformats.org/drawingml/2006/main">
            <a:r>
              <a:t>Полный промпт: Контактный лист 2×2, созданный специально для П43.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P43-A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Винтажный ключ как металлический объект, световой контур и прозрачная проекция.</a:t>
            </a:r>
          </a:p>
          <a:p xmlns:a="http://schemas.openxmlformats.org/drawingml/2006/main">
            <a:r>
              <a:t>2. Гладкая геометрическая кромка рядом с увеличенной тканью с пиксельной структурой.</a:t>
            </a:r>
          </a:p>
          <a:p xmlns:a="http://schemas.openxmlformats.org/drawingml/2006/main">
            <a:r>
              <a:t>3. Световая проекция старого телефона превращается в объёмную композицию.</a:t>
            </a:r>
          </a:p>
          <a:p xmlns:a="http://schemas.openxmlformats.org/drawingml/2006/main">
            <a:r>
              <a:t>4. Физический макет web-секции из карточек и прозрачных плёнок.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«Роль изображения в hero».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П43; визуально раскрывает тему «Роль изображения в hero».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43-04.png.</a:t>
            </a:r>
          </a:p>
          <a:p xmlns:a="http://schemas.openxmlformats.org/drawingml/2006/main">
            <a:r>
              <a:t>Полный промпт: Контактный лист 2×2, созданный специально для П43.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P43-A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Винтажный ключ как металлический объект, световой контур и прозрачная проекция.</a:t>
            </a:r>
          </a:p>
          <a:p xmlns:a="http://schemas.openxmlformats.org/drawingml/2006/main">
            <a:r>
              <a:t>2. Гладкая геометрическая кромка рядом с увеличенной тканью с пиксельной структурой.</a:t>
            </a:r>
          </a:p>
          <a:p xmlns:a="http://schemas.openxmlformats.org/drawingml/2006/main">
            <a:r>
              <a:t>3. Световая проекция старого телефона превращается в объёмную композицию.</a:t>
            </a:r>
          </a:p>
          <a:p xmlns:a="http://schemas.openxmlformats.org/drawingml/2006/main">
            <a:r>
              <a:t>4. Физический макет web-секции из карточек и прозрачных плёнок.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«Показ преподавателя».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П43; визуально раскрывает тему «Показ преподавателя».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43-05.png.</a:t>
            </a:r>
          </a:p>
          <a:p xmlns:a="http://schemas.openxmlformats.org/drawingml/2006/main">
            <a:r>
              <a:t>Полный промпт: Контактный лист 2×2, созданный специально для П43.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P43-B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Анаморфная проекция музейного объекта на стене показывает изменение масштаба и кадрирования.</a:t>
            </a:r>
          </a:p>
          <a:p xmlns:a="http://schemas.openxmlformats.org/drawingml/2006/main">
            <a:r>
              <a:t>2. Консервационная лупа сравнивает идеально чёткую кромку и мягкий печатный растр.</a:t>
            </a:r>
          </a:p>
          <a:p xmlns:a="http://schemas.openxmlformats.org/drawingml/2006/main">
            <a:r>
              <a:t>3. Три полупрозрачных физических слоя: master, export и композиция, без надписей.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«Практика: музейная секция».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П43; визуально раскрывает тему «Практика: музейная секция».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43-06.png.</a:t>
            </a:r>
          </a:p>
          <a:p xmlns:a="http://schemas.openxmlformats.org/drawingml/2006/main">
            <a:r>
              <a:t>Полный промпт: Контактный лист 2×2, созданный специально для П43.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P43-B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Анаморфная проекция музейного объекта на стене показывает изменение масштаба и кадрирования.</a:t>
            </a:r>
          </a:p>
          <a:p xmlns:a="http://schemas.openxmlformats.org/drawingml/2006/main">
            <a:r>
              <a:t>2. Консервационная лупа сравнивает идеально чёткую кромку и мягкий печатный растр.</a:t>
            </a:r>
          </a:p>
          <a:p xmlns:a="http://schemas.openxmlformats.org/drawingml/2006/main">
            <a:r>
              <a:t>3. Три полупрозрачных физических слоя: master, export и композиция, без надписей.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«Проверка соседнего файла».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П43; визуально раскрывает тему «Проверка соседнего файла».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43-07.png.</a:t>
            </a:r>
          </a:p>
          <a:p xmlns:a="http://schemas.openxmlformats.org/drawingml/2006/main">
            <a:r>
              <a:t>Полный промпт: Контактный лист 2×2, созданный специально для П43.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P43-B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Анаморфная проекция музейного объекта на стене показывает изменение масштаба и кадрирования.</a:t>
            </a:r>
          </a:p>
          <a:p xmlns:a="http://schemas.openxmlformats.org/drawingml/2006/main">
            <a:r>
              <a:t>2. Консервационная лупа сравнивает идеально чёткую кромку и мягкий печатный растр.</a:t>
            </a:r>
          </a:p>
          <a:p xmlns:a="http://schemas.openxmlformats.org/drawingml/2006/main">
            <a:r>
              <a:t>3. Три полупрозрачных физических слоя: master, export и композиция, без надписей.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33052078041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3b618e3178405f" /><Relationship Type="http://schemas.openxmlformats.org/officeDocument/2006/relationships/slideLayout" Target="/ppt/slideLayouts/slideLayout1.xml" Id="Rbd96ca64f03a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6ca64f03a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4ccb87ee34527" /><Relationship Type="http://schemas.openxmlformats.org/officeDocument/2006/relationships/image" Target="/ppt/media/image.png" Id="R907775f788864baf" /><Relationship Type="http://schemas.openxmlformats.org/officeDocument/2006/relationships/notesSlide" Target="/ppt/notesSlides/notesSlide1.xml" Id="Rb8dace25c96a4c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2e6072b654dbd" /><Relationship Type="http://schemas.openxmlformats.org/officeDocument/2006/relationships/image" Target="/ppt/media/image2.png" Id="R9f8f5093439e48aa" /><Relationship Type="http://schemas.openxmlformats.org/officeDocument/2006/relationships/notesSlide" Target="/ppt/notesSlides/notesSlide2.xml" Id="R041fe99a357848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171335914cc4" /><Relationship Type="http://schemas.openxmlformats.org/officeDocument/2006/relationships/image" Target="/ppt/media/image3.png" Id="Radcf084f5ab94190" /><Relationship Type="http://schemas.openxmlformats.org/officeDocument/2006/relationships/notesSlide" Target="/ppt/notesSlides/notesSlide3.xml" Id="Rd0f49e678bad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7144ea8c34628" /><Relationship Type="http://schemas.openxmlformats.org/officeDocument/2006/relationships/notesSlide" Target="/ppt/notesSlides/notesSlide4.xml" Id="R42aa5f1293ff42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f540d947c4b2b" /><Relationship Type="http://schemas.openxmlformats.org/officeDocument/2006/relationships/image" Target="/ppt/media/image4.png" Id="Rc6f745c747a14f74" /><Relationship Type="http://schemas.openxmlformats.org/officeDocument/2006/relationships/notesSlide" Target="/ppt/notesSlides/notesSlide5.xml" Id="R2107ebd16c6545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4f78e06a74a7c" /><Relationship Type="http://schemas.openxmlformats.org/officeDocument/2006/relationships/notesSlide" Target="/ppt/notesSlides/notesSlide6.xml" Id="R4ee319207706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8759fd3524e83" /><Relationship Type="http://schemas.openxmlformats.org/officeDocument/2006/relationships/image" Target="/ppt/media/image5.png" Id="R4865a9e34a064add" /><Relationship Type="http://schemas.openxmlformats.org/officeDocument/2006/relationships/notesSlide" Target="/ppt/notesSlides/notesSlide7.xml" Id="R7266b05b61674e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ef53dd4d840c9" /><Relationship Type="http://schemas.openxmlformats.org/officeDocument/2006/relationships/image" Target="/ppt/media/image6.png" Id="Rd542ba53dd1f48d9" /><Relationship Type="http://schemas.openxmlformats.org/officeDocument/2006/relationships/notesSlide" Target="/ppt/notesSlides/notesSlide8.xml" Id="R2b789ea83afb4f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0b0d221f4a2d" /><Relationship Type="http://schemas.openxmlformats.org/officeDocument/2006/relationships/image" Target="/ppt/media/image7.png" Id="Rf2316d1260ec411b" /><Relationship Type="http://schemas.openxmlformats.org/officeDocument/2006/relationships/notesSlide" Target="/ppt/notesSlides/notesSlide9.xml" Id="R65dd827a2ee043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d7ac6352f414e" /><Relationship Type="http://schemas.openxmlformats.org/officeDocument/2006/relationships/notesSlide" Target="/ppt/notesSlides/notesSlide10.xml" Id="Re82235fb5cb540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16fd352284fc0" /><Relationship Type="http://schemas.openxmlformats.org/officeDocument/2006/relationships/image" Target="/ppt/media/image8.png" Id="R488649bb4a644b0b" /><Relationship Type="http://schemas.openxmlformats.org/officeDocument/2006/relationships/notesSlide" Target="/ppt/notesSlides/notesSlide11.xml" Id="R6e4fc3bd904441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0174c26824bd1" /><Relationship Type="http://schemas.openxmlformats.org/officeDocument/2006/relationships/notesSlide" Target="/ppt/notesSlides/notesSlide12.xml" Id="R73a0d47c06e445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8b5c9d9d24ff9" /><Relationship Type="http://schemas.openxmlformats.org/officeDocument/2006/relationships/notesSlide" Target="/ppt/notesSlides/notesSlide13.xml" Id="R95df989ce8264d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cbb69aa8147f1" /><Relationship Type="http://schemas.openxmlformats.org/officeDocument/2006/relationships/notesSlide" Target="/ppt/notesSlides/notesSlide14.xml" Id="R89405b69e6c74c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6fa5dff6f4f95" /><Relationship Type="http://schemas.openxmlformats.org/officeDocument/2006/relationships/notesSlide" Target="/ppt/notesSlides/notesSlide15.xml" Id="Rfebb8027e76d49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775f788864baf"/>
          <a:srcRect xmlns:a="http://schemas.openxmlformats.org/drawingml/2006/main" l="16506" t="0" r="165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9075" y="0"/>
            <a:ext cx="81629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251C9-3052-4549-8BE1-9BB661E2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14E34-996D-4266-840A-57DB2C41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4EF77-B420-4A9C-A8AE-913D29D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ABE70-CE5D-4AC7-BF5E-9664CD3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080D9-7EA1-40E3-BD07-D5CB6D2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77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0FFBC-C28B-4FCD-A139-558BDB8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5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авторские ресурсы в первом блоке web-интерфейса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F152C-EAEF-44B7-9C03-9993A833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7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F878D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472964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E3520E68-D1EC-4F9F-86AF-E1891635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9624680-EB86-4D99-B34E-2F03740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85B49-C24F-450B-9F59-0B60F6D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F1038-0562-454A-908C-70CD51D6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7F2CC94B-78BE-43D4-A3B1-ECE0F751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DA2B525-6B08-45EE-8BA9-A6CF79E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44620A1-CE86-4590-9176-AFB72F57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Frame с собственным SVG, растровым изображением и первым блоком страницы музея.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f5093439e48aa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52555104-61A1-450C-AD7E-3D90F9A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Файл можно открыть, проверить и продолжить.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23FD7-0E13-4728-B167-B7D13FC6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33CB4-E093-44E4-8450-BC77921E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7D32AA7-6431-4D1A-AACC-B0BF3397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Файл можно открыть, проверить и продолжить.</a:t>
            </a:r>
          </a:p>
        </p:txBody>
      </p:sp>
    </p:spTree>
    <p:extLst>
      <p:ext uri="{BB962C8B-B14F-4D97-AF65-F5344CB8AC3E}">
        <p14:creationId xmlns:p14="http://schemas.microsoft.com/office/powerpoint/2010/main" val="1838729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A5A88BF8-6802-4783-AEB3-29E7C65C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F570D12-0875-42F5-89FF-EA1CC09E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12CE6-D2D0-4FD6-9FAA-3158FC5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F79A2-22E4-4A3C-BC10-F0F7436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63C831FF-0C56-4EDD-9413-8CB811E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DFAEFB3-E57E-4BBA-BF29-D6C740E5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Master, export и элемент в макете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E811F6E-A715-43EA-A3DE-176B850D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0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Master сохраняет редактируемую структуру. Export передаёт результат. Figma задаёт роль в интерфейсе.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f084f5ab94190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4D31E4C2-3F73-44B1-99A6-32DD6F98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Три состояния одного материала решают разные задачи.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54A54-D0FB-466B-B7B6-0636939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F0807-12AD-469D-82EB-D2942E7A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35765B86-B789-4462-8774-AAC8587A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Три состояния одного материала решают разные задачи.</a:t>
            </a:r>
          </a:p>
        </p:txBody>
      </p:sp>
    </p:spTree>
    <p:extLst>
      <p:ext uri="{BB962C8B-B14F-4D97-AF65-F5344CB8AC3E}">
        <p14:creationId xmlns:p14="http://schemas.microsoft.com/office/powerpoint/2010/main" val="661256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0B716729-10D6-4047-BC24-46569891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DD3E058-ACCB-4F7D-A246-5CAC8AA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283D6-3FF9-4FC8-9025-E18578E9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20C95-174C-4A65-99FE-F27E66CF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1192FD68-8595-4EE5-9A33-EF69CF8A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D96318D-EEFC-4849-9AB8-B4ED8361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SVG для предметной графики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0667DA78-3C26-442D-8453-A4F987E9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SVG сохраняет чёткий силуэт при изменении размера и подходит для авторских иконок и иллюстраций.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DAD40-5051-46BD-982B-D7B22162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9585D-324A-420E-90D8-00D0598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SVG сохраняет чёткий силуэт при изменении размера и подходит для авторских иконок и иллюстраций.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9C2C7-304A-49BB-BBE0-7E9C519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Формат выбирают по характеру изображения.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53D0ACD-2C05-42C3-B613-EF637675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Формат выбирают по характеру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1851299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6A08D588-1DA9-4F32-8184-A4C6FF13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AA86647-04F9-48E1-9E97-0D44128F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3AA61-BAFE-41C4-A566-936E405F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613A6-4F5A-43D0-AA80-71098960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A8AC50BD-7509-4E01-803D-19651EC2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A9D5A8B-6AA9-4D68-B5AB-F14612E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Растровое изображение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771B420-19B8-47A2-9F3F-987F108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Фотография, фактура и сложный свет остаются растровыми. Проверяем размер до размещения в hero.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745c747a14f74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4C4A5F65-717E-44D1-A087-82D93E2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Маленький исходник нельзя растягивать без потери качества.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7CA20-F2CF-4A49-AC56-D14A86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1C452-9A4E-4412-B6DA-F78681F4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Сравниваем решение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BE49F6A-A39F-4616-B405-3D9647F4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Маленький исходник нельзя растягивать без потери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2035527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1E682346-0312-4026-9749-97A9BD86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3A9D362-9864-4C0B-ABF3-4C2E768C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B65AA-98A8-4EE7-8A97-E65F141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ED62A-5A48-4EBE-8640-09433C3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42720EDF-6673-4497-8CA3-186BC731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7F0F5C9-B509-4CB3-9F9D-AEA9B4A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масштабом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FDC16412-2424-48F4-A110-F0A7C984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Открываем SVG и PNG при одинаковом увеличении. Смотрим на контуры, детали и видимые пиксели.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BD3D7-C3AD-4CED-AA99-360863E6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EB9B0-B498-4AFF-ACFC-36C01561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Открываем SVG и PNG при одинаковом увеличении. Смотрим на контуры, детали и видимые пиксели.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A5250-3DC8-4206-B80D-7897105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Контрольное увеличение быстро выявляет ошибку формата.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C3675521-9511-41CD-8A8A-40915CDF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Контрольное увеличение быстро выявляет ошибку формата.</a:t>
            </a:r>
          </a:p>
        </p:txBody>
      </p:sp>
    </p:spTree>
    <p:extLst>
      <p:ext uri="{BB962C8B-B14F-4D97-AF65-F5344CB8AC3E}">
        <p14:creationId xmlns:p14="http://schemas.microsoft.com/office/powerpoint/2010/main" val="1576944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674A5671-FB60-48F9-BBB8-02F07199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737E8F5-D7CA-4F4C-A617-49B18023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E40B8-64B9-409C-875E-268B0F8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6F17F-B7E4-4CF6-B6F2-89AF946C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46251A0C-B98B-4706-B1E8-A0467CDA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AFB302D-A9AF-46BA-ACB3-D256C615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Роль изображения в hero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0ED73F57-82B8-41E1-B220-579C6266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Главный предмет поддерживает заголовок и не спорит с целевым действием.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5a9e34a064add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64D30692-8616-4ED9-9397-4950F80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 работает в иерархии страницы.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9193B-2FFD-45D9-A0B3-423E47D3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1DA96-8E33-4666-875A-8287212B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Сравниваем решение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AE81B4F-FAA2-433B-9C1D-7277F0CD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 работает в иерархии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164121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AE4D0E15-A8A0-4AE4-BCFD-B0BABDD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E6F21D3-A852-417A-887C-DBEF36B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F4F96-E542-46AD-AF48-7C25FCE5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DD27B-3A88-483F-9173-36F76D69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7874F6F3-A338-4175-95A4-AE548092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533E381-1CDF-42F8-B82A-EE26A079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8F7E745-FD94-4812-9F7A-ABCB333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AI master, экспорт SVG, размещение в Figma, проверка и обновление ресурса.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2ba53dd1f48d9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D2C0A2A8-ED66-4753-B107-7ADE5F99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Изменение начинают в программе, где хранится master.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F2728-F145-489C-ABE1-C3A17102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6FD21-B10B-40AE-A07E-1298D06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FAE72EFA-ED7A-4601-9376-96B93A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Изменение начинают в программе, где хранится master.</a:t>
            </a:r>
          </a:p>
        </p:txBody>
      </p:sp>
    </p:spTree>
    <p:extLst>
      <p:ext uri="{BB962C8B-B14F-4D97-AF65-F5344CB8AC3E}">
        <p14:creationId xmlns:p14="http://schemas.microsoft.com/office/powerpoint/2010/main" val="1181701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0C422E76-A2FA-4F0D-8BD3-620CB867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F161C4D-81DB-45CF-BD4D-CC8FEABB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85A1D-6CBC-44A6-B93A-9874283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ECB19-2CCA-4205-9192-3BB23F0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673CA0C8-BCC2-4C23-A4E3-AB80E79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CB8686-89F8-4940-A62B-93D1B213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музейная секция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0E01A11-1FB2-4BBF-98E2-AD4B3A88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Используйте два SVG и одно растровое изображение. Сохраните ясный фокус и читаемый текст.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16d1260ec411b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F0B6D171-4DBA-4A6D-9B5B-E350D060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Задача показывает управление материалом, а не количество эффектов.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F6716-C0F6-4920-B5F8-2F6415F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98D0D-223E-4DAA-B598-4A9C2B0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927AEAB-7511-40AC-842C-E27C5DF8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Задача показывает управление материалом, а не количество эффектов.</a:t>
            </a:r>
          </a:p>
        </p:txBody>
      </p:sp>
    </p:spTree>
    <p:extLst>
      <p:ext uri="{BB962C8B-B14F-4D97-AF65-F5344CB8AC3E}">
        <p14:creationId xmlns:p14="http://schemas.microsoft.com/office/powerpoint/2010/main" val="1379465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815C8B26-E3CD-450B-A149-9B0CD7F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C781F49-3672-4A4C-87A1-E873E8B1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B1879-E49A-4F4D-9E49-89D04D77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A7E45-528A-425A-ADC1-AB521A5B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9124ACE0-A485-43BE-B282-F17B6E89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A93042B-AD4C-4B6C-A9BC-56D4C068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Структура рабочего файла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DCCEA81E-42E6-43BB-AD8C-5BEE8131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Frame, content, media, assets и source названы по смыслу. Экспорты отделены от исходников.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F2BFD-4E6A-48B1-8510-4DD9114B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777C9-9BEF-485D-97AA-4B968A7E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Frame, content, media, assets и source названы по смыслу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02B47-20C7-46BB-B8EA-680B47C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5D096-77D9-4B77-82ED-5139CAB2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Экспорты отделены от исходников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B6499-D9B2-4A46-B78E-CC3C588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2ACE7-7DC0-4DE3-9BB5-B13F645D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C6BB8-017B-4055-8334-A891D70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BB72C-DBB6-4865-A351-336817C8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8B236-B3F1-499B-937B-D956F090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Понятные имена сокращают ошибки при продолжении работы.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7F8C5282-DC7C-4344-8776-C8CB436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Понятные имена сокращают ошибки при продолжении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256261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A9FE695C-EB53-4335-B0F2-D9C05AE0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85A12C7-3DD6-49CD-A508-67C32019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9EE64-887B-4970-91A4-EE1FC156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8494F-089A-4F5E-AEE2-308CAB37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2FBC5A6F-12C1-4B0A-BF5D-3B5D55E5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2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6B4DE0-A989-4434-AB62-58170C3E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соседнего файла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534F1A55-1BC0-40A1-97BD-1BAB5B9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Найдите vector, raster, master и export без подсказок автора.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649bb4a644b0b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CE78296D-C22F-4AA9-B591-B3B6291F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Если структуру понимают без объяснения, она готова к передаче.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E2B81-F1CD-4F12-9AC6-D5610623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8EDD8-E09F-4F33-A332-3649ECFE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B68E14A-B91E-497A-B1C9-9DEB4D98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Если структуру понимают без объяснения, она готова к передаче.</a:t>
            </a:r>
          </a:p>
        </p:txBody>
      </p:sp>
    </p:spTree>
    <p:extLst>
      <p:ext uri="{BB962C8B-B14F-4D97-AF65-F5344CB8AC3E}">
        <p14:creationId xmlns:p14="http://schemas.microsoft.com/office/powerpoint/2010/main" val="18313470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B99A1E30-F36D-41E5-9284-0745BE0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E6A56C7-204B-4053-B46D-148F5D1C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2D894-B018-4149-A0E1-12FC932F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C7A96-87E0-4750-8C46-F8711D3A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C0218397-9097-4E4A-A3E3-D285D694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5D2EFB0-07DA-4D29-9447-A3669476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Типичные ошибки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B0B7A3AA-F6D7-4BCB-8526-8159B5B2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Растрированный SVG, слабый исходник, потерянный master и случайная роль изображения.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D3CD5-95AD-4FDA-A98D-01EAC2A7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B038E-8CDD-4317-97BF-A7AB23D1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18E32-A9E9-4F52-AEBF-4DBE4FF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F106D-D732-4709-A7BF-1881E94F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64CF8-92B9-4FF5-8D3C-8A24FC2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C5138-CAA2-4815-9DC0-63B097A2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279C7-576C-4F37-9B5F-6B808D7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Большинство проблем видно до финальной полировки.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48DEEF84-92B0-42C6-9659-06BB0E8D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Большинство проблем видно до финальной полировки.</a:t>
            </a:r>
          </a:p>
        </p:txBody>
      </p:sp>
    </p:spTree>
    <p:extLst>
      <p:ext uri="{BB962C8B-B14F-4D97-AF65-F5344CB8AC3E}">
        <p14:creationId xmlns:p14="http://schemas.microsoft.com/office/powerpoint/2010/main" val="2105342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B2DC4AFF-2E0C-4222-B8A5-25A5A41B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E36C10E-955C-4DB6-87A6-103C4BCE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2E85C-06DF-4C69-AEA9-05EEBB8B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DFB01-A34C-48C4-926C-DB557FF7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974A720D-B1E7-48B1-8C35-619BB9E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C37C51-F3B4-474E-9964-510AB8B7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Итерация за семь минут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9A042954-BD7B-4CB8-ADDC-18058DD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Исправьте одну найденную проблему: формат, масштаб, crop, роль изображения или структуру слоёв.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823DD-4C8C-4DB2-9655-26EC6EF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32600-B3DF-4B59-8DDC-099E227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Исправьте одну найденную проблему: формат, масштаб, crop, роль изображения или структуру слоёв.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CD38F-8717-4409-9BC6-340A6831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Правка отвечает на конкретное наблюдение.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67316F5-D6CD-4CE1-B0AB-3539602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Правка отвечает на конкретное наблюдение.</a:t>
            </a:r>
          </a:p>
        </p:txBody>
      </p:sp>
    </p:spTree>
    <p:extLst>
      <p:ext uri="{BB962C8B-B14F-4D97-AF65-F5344CB8AC3E}">
        <p14:creationId xmlns:p14="http://schemas.microsoft.com/office/powerpoint/2010/main" val="591686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66783228-7423-4631-8632-23D94B1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A90B224-6108-43FA-ACA0-1929FBF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B9C89-4906-431E-AEA6-5EA0D60C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5CB97-3FB6-4CE1-9C7F-D97CC5A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5F01A07D-0B2A-4AC2-905C-3D5E75A3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BDEEF50-53D9-496C-BDC2-36C3F281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Критерии готовности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9F2615F-D333-4568-860A-604B1BA5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1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SVG остаётся векторным. Raster выдерживает размер. Master доступен. Figma Frame понятен другому студенту.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9DDEB-5F98-492D-BF06-CD0F090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1E4D7-B444-499C-9A50-E8F3192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минут практики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CCF5B-41A3-46F0-933F-0B0EFDA4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SVG остаётся векторным. Raster выдерживает размер. Master доступен. Figma Frame понятен другому студенту.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D8955-CF37-44FA-BAB5-B64EF57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Четыре проверки подтверждают результат занятия.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7E1E8CC-CA3F-491F-B13F-99B9AC0B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Четыре проверки подтверждают результат занятия.</a:t>
            </a:r>
          </a:p>
        </p:txBody>
      </p:sp>
    </p:spTree>
    <p:extLst>
      <p:ext uri="{BB962C8B-B14F-4D97-AF65-F5344CB8AC3E}">
        <p14:creationId xmlns:p14="http://schemas.microsoft.com/office/powerpoint/2010/main" val="20787170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6B782FDF-966F-4FB3-B23F-1F3D795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Pipeline: Photoshop + Illustrator в Figma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58D7E63-F364-435A-905D-526D7A8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6755B-9F58-46A3-BF73-51FC10E0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69B0F-5ACA-4C41-827F-3214E71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F1365B6B-9819-460A-826C-FF0D5632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410358C-ACC1-43F8-840E-D912BF8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П043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A93870D-79F3-4F2B-9EAD-9A0D0DF9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Ресурсы Illustrator и Photoshop работают вместе внутри Figma.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ECF67-98D7-43E2-B492-970E76E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B20C1-2EE9-48A4-9C01-F8E8849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Ресурсы Illustrator и Photoshop работают вместе внутри Figma.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D88C9-771B-44B6-AE4C-35640C52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Следующий шаг: упаковать проект для передачи другому человеку.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C17D5C4-4D83-4AA5-BFEF-3B86A40D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Следующий шаг: упаковать проект для передачи другому человеку.</a:t>
            </a:r>
          </a:p>
        </p:txBody>
      </p:sp>
    </p:spTree>
    <p:extLst>
      <p:ext uri="{BB962C8B-B14F-4D97-AF65-F5344CB8AC3E}">
        <p14:creationId xmlns:p14="http://schemas.microsoft.com/office/powerpoint/2010/main" val="1675021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2026-09-20T03:05:06.9730000Z</dcterms:created>
  <dcterms:modified xsi:type="dcterms:W3CDTF">2026-09-20T03:05:06.9730000Z</dcterms:modified>
</coreProperties>
</file>