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6fec33c986435d" /><Relationship Type="http://schemas.openxmlformats.org/officeDocument/2006/relationships/extended-properties" Target="/docProps/app.xml" Id="R90020406dd2b4ac4" /><Relationship Type="http://schemas.openxmlformats.org/officeDocument/2006/relationships/officeDocument" Target="/ppt/presentation.xml" Id="Ra592f5d7fd8341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d8370c6a584178"/>
  </p:sldMasterIdLst>
  <p:notesMasterIdLst>
    <p:notesMasterId xmlns:r="http://schemas.openxmlformats.org/officeDocument/2006/relationships" r:id="R69892e5df3f04d82"/>
  </p:notesMasterIdLst>
  <p:sldIdLst>
    <p:sldId xmlns:r="http://schemas.openxmlformats.org/officeDocument/2006/relationships" id="256" r:id="Rd03c3cd94ebe491c"/>
    <p:sldId xmlns:r="http://schemas.openxmlformats.org/officeDocument/2006/relationships" id="257" r:id="R842a8492c589462e"/>
    <p:sldId xmlns:r="http://schemas.openxmlformats.org/officeDocument/2006/relationships" id="258" r:id="Reb8124ebc4fc4c93"/>
    <p:sldId xmlns:r="http://schemas.openxmlformats.org/officeDocument/2006/relationships" id="259" r:id="Rc5fd754e9ca34bc8"/>
    <p:sldId xmlns:r="http://schemas.openxmlformats.org/officeDocument/2006/relationships" id="260" r:id="R2dc3786c3e8a4623"/>
    <p:sldId xmlns:r="http://schemas.openxmlformats.org/officeDocument/2006/relationships" id="261" r:id="R41d0c36067a94f3f"/>
    <p:sldId xmlns:r="http://schemas.openxmlformats.org/officeDocument/2006/relationships" id="262" r:id="R65bc69e85b7949af"/>
    <p:sldId xmlns:r="http://schemas.openxmlformats.org/officeDocument/2006/relationships" id="263" r:id="Rc118340e4cdf4f02"/>
    <p:sldId xmlns:r="http://schemas.openxmlformats.org/officeDocument/2006/relationships" id="264" r:id="R27cf7ab4e9944af3"/>
    <p:sldId xmlns:r="http://schemas.openxmlformats.org/officeDocument/2006/relationships" id="265" r:id="Rfc518cc376104d71"/>
    <p:sldId xmlns:r="http://schemas.openxmlformats.org/officeDocument/2006/relationships" id="266" r:id="R7288afbed00346df"/>
    <p:sldId xmlns:r="http://schemas.openxmlformats.org/officeDocument/2006/relationships" id="267" r:id="R2133b34a09ac4598"/>
    <p:sldId xmlns:r="http://schemas.openxmlformats.org/officeDocument/2006/relationships" id="268" r:id="R2520745dfa1847bf"/>
    <p:sldId xmlns:r="http://schemas.openxmlformats.org/officeDocument/2006/relationships" id="269" r:id="R3c8e201713e244ae"/>
    <p:sldId xmlns:r="http://schemas.openxmlformats.org/officeDocument/2006/relationships" id="270" r:id="R77e1eaabea8044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9933e7c87a4424" /><Relationship Type="http://schemas.openxmlformats.org/officeDocument/2006/relationships/slideMaster" Target="/ppt/slideMasters/slideMaster1.xml" Id="Ra7d8370c6a584178" /><Relationship Type="http://schemas.openxmlformats.org/officeDocument/2006/relationships/notesMaster" Target="/ppt/notesMasters/notesMaster1.xml" Id="R69892e5df3f04d82" /><Relationship Type="http://schemas.openxmlformats.org/officeDocument/2006/relationships/presProps" Target="/ppt/presProps.xml" Id="R6e67f0dc85be4702" /><Relationship Type="http://schemas.openxmlformats.org/officeDocument/2006/relationships/tableStyles" Target="/ppt/tableStyles.xml" Id="R2e5945c88e1240bd" /><Relationship Type="http://schemas.openxmlformats.org/officeDocument/2006/relationships/slide" Target="/ppt/slides/slide1.xml" Id="Rd03c3cd94ebe491c" /><Relationship Type="http://schemas.openxmlformats.org/officeDocument/2006/relationships/slide" Target="/ppt/slides/slide2.xml" Id="R842a8492c589462e" /><Relationship Type="http://schemas.openxmlformats.org/officeDocument/2006/relationships/slide" Target="/ppt/slides/slide3.xml" Id="Reb8124ebc4fc4c93" /><Relationship Type="http://schemas.openxmlformats.org/officeDocument/2006/relationships/slide" Target="/ppt/slides/slide4.xml" Id="Rc5fd754e9ca34bc8" /><Relationship Type="http://schemas.openxmlformats.org/officeDocument/2006/relationships/slide" Target="/ppt/slides/slide5.xml" Id="R2dc3786c3e8a4623" /><Relationship Type="http://schemas.openxmlformats.org/officeDocument/2006/relationships/slide" Target="/ppt/slides/slide6.xml" Id="R41d0c36067a94f3f" /><Relationship Type="http://schemas.openxmlformats.org/officeDocument/2006/relationships/slide" Target="/ppt/slides/slide7.xml" Id="R65bc69e85b7949af" /><Relationship Type="http://schemas.openxmlformats.org/officeDocument/2006/relationships/slide" Target="/ppt/slides/slide8.xml" Id="Rc118340e4cdf4f02" /><Relationship Type="http://schemas.openxmlformats.org/officeDocument/2006/relationships/slide" Target="/ppt/slides/slide9.xml" Id="R27cf7ab4e9944af3" /><Relationship Type="http://schemas.openxmlformats.org/officeDocument/2006/relationships/slide" Target="/ppt/slides/slide10.xml" Id="Rfc518cc376104d71" /><Relationship Type="http://schemas.openxmlformats.org/officeDocument/2006/relationships/slide" Target="/ppt/slides/slide11.xml" Id="R7288afbed00346df" /><Relationship Type="http://schemas.openxmlformats.org/officeDocument/2006/relationships/slide" Target="/ppt/slides/slide12.xml" Id="R2133b34a09ac4598" /><Relationship Type="http://schemas.openxmlformats.org/officeDocument/2006/relationships/slide" Target="/ppt/slides/slide13.xml" Id="R2520745dfa1847bf" /><Relationship Type="http://schemas.openxmlformats.org/officeDocument/2006/relationships/slide" Target="/ppt/slides/slide14.xml" Id="R3c8e201713e244ae" /><Relationship Type="http://schemas.openxmlformats.org/officeDocument/2006/relationships/slide" Target="/ppt/slides/slide15.xml" Id="R77e1eaabea8044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77c7dadf7342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d524ac0bf143bb" /><Relationship Type="http://schemas.openxmlformats.org/officeDocument/2006/relationships/notesMaster" Target="/ppt/notesMasters/notesMaster1.xml" Id="R71d39080cc2a4e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7d2e56fc084122" /><Relationship Type="http://schemas.openxmlformats.org/officeDocument/2006/relationships/notesMaster" Target="/ppt/notesMasters/notesMaster1.xml" Id="R962f5e87c4da47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7e7d0a6ec041ab" /><Relationship Type="http://schemas.openxmlformats.org/officeDocument/2006/relationships/notesMaster" Target="/ppt/notesMasters/notesMaster1.xml" Id="Rbca96f6447df49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bc298d25e04eb7" /><Relationship Type="http://schemas.openxmlformats.org/officeDocument/2006/relationships/notesMaster" Target="/ppt/notesMasters/notesMaster1.xml" Id="Raf22fd4a5de945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ecf6cf21ab4596" /><Relationship Type="http://schemas.openxmlformats.org/officeDocument/2006/relationships/notesMaster" Target="/ppt/notesMasters/notesMaster1.xml" Id="Rd8e1cb9c891742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ef43a841c4363" /><Relationship Type="http://schemas.openxmlformats.org/officeDocument/2006/relationships/notesMaster" Target="/ppt/notesMasters/notesMaster1.xml" Id="Rc7fb03a5137243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911c22030a49e1" /><Relationship Type="http://schemas.openxmlformats.org/officeDocument/2006/relationships/notesMaster" Target="/ppt/notesMasters/notesMaster1.xml" Id="R4ae33e0ec03a46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958a9c7f214e73" /><Relationship Type="http://schemas.openxmlformats.org/officeDocument/2006/relationships/notesMaster" Target="/ppt/notesMasters/notesMaster1.xml" Id="R74ef6fe005a24c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029ede56b6449e" /><Relationship Type="http://schemas.openxmlformats.org/officeDocument/2006/relationships/notesMaster" Target="/ppt/notesMasters/notesMaster1.xml" Id="Ra934ce4cf4ec4c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cf74ca4fb64eb8" /><Relationship Type="http://schemas.openxmlformats.org/officeDocument/2006/relationships/notesMaster" Target="/ppt/notesMasters/notesMaster1.xml" Id="R985894fd109949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bc93de05144ef1" /><Relationship Type="http://schemas.openxmlformats.org/officeDocument/2006/relationships/notesMaster" Target="/ppt/notesMasters/notesMaster1.xml" Id="R25ea8faae0444d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4217af419949ec" /><Relationship Type="http://schemas.openxmlformats.org/officeDocument/2006/relationships/notesMaster" Target="/ppt/notesMasters/notesMaster1.xml" Id="R7da9f16ddaa448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f04467485e40b7" /><Relationship Type="http://schemas.openxmlformats.org/officeDocument/2006/relationships/notesMaster" Target="/ppt/notesMasters/notesMaster1.xml" Id="Rd2b56e479a704f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27f05b621246d8" /><Relationship Type="http://schemas.openxmlformats.org/officeDocument/2006/relationships/notesMaster" Target="/ppt/notesMasters/notesMaster1.xml" Id="R84d1c17f0bd049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3cb0f47a9e4725" /><Relationship Type="http://schemas.openxmlformats.org/officeDocument/2006/relationships/notesMaster" Target="/ppt/notesMasters/notesMaster1.xml" Id="R2664f9adec1747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единая обложка серии РО 1.1.</a:t>
            </a:r>
          </a:p>
          <a:p xmlns:a="http://schemas.openxmlformats.org/drawingml/2006/main">
            <a:r>
              <a:t>Alt-текст: рабочее место дизайнера с монитором, графическими материалами и видом на город.</a:t>
            </a:r>
          </a:p>
          <a:p xmlns:a="http://schemas.openxmlformats.org/drawingml/2006/main">
            <a:r>
              <a:t>Источник: обязательный hero серии ПМ1, учебное изображение, созданное ИИ через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«Производственный бриф».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П45; визуально раскрывает тему «Производственный бриф».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45-01.png.</a:t>
            </a:r>
          </a:p>
          <a:p xmlns:a="http://schemas.openxmlformats.org/drawingml/2006/main">
            <a:r>
              <a:t>Полный промпт: Контактный лист 2×2, созданный специально для П45.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P45-A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Театральная музейная витрина с одним главным предметом.</a:t>
            </a:r>
          </a:p>
          <a:p xmlns:a="http://schemas.openxmlformats.org/drawingml/2006/main">
            <a:r>
              <a:t>2. Два бумажных thumbnail как миниатюрные сценографические макеты.</a:t>
            </a:r>
          </a:p>
          <a:p xmlns:a="http://schemas.openxmlformats.org/drawingml/2006/main">
            <a:r>
              <a:t>3. Монументальная выставочная стена со старым телефоном и большими пустыми зонами.</a:t>
            </a:r>
          </a:p>
          <a:p xmlns:a="http://schemas.openxmlformats.org/drawingml/2006/main">
            <a:r>
              <a:t>4. Один фотоаппарат как коммерческий объект и как носитель памяти в инсталляции.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«Результат занятия».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П45; визуально раскрывает тему «Результат занятия».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45-02.png.</a:t>
            </a:r>
          </a:p>
          <a:p xmlns:a="http://schemas.openxmlformats.org/drawingml/2006/main">
            <a:r>
              <a:t>Полный промпт: Контактный лист 2×2, созданный специально для П45.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P45-A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Театральная музейная витрина с одним главным предметом.</a:t>
            </a:r>
          </a:p>
          <a:p xmlns:a="http://schemas.openxmlformats.org/drawingml/2006/main">
            <a:r>
              <a:t>2. Два бумажных thumbnail как миниатюрные сценографические макеты.</a:t>
            </a:r>
          </a:p>
          <a:p xmlns:a="http://schemas.openxmlformats.org/drawingml/2006/main">
            <a:r>
              <a:t>3. Монументальная выставочная стена со старым телефоном и большими пустыми зонами.</a:t>
            </a:r>
          </a:p>
          <a:p xmlns:a="http://schemas.openxmlformats.org/drawingml/2006/main">
            <a:r>
              <a:t>4. Один фотоаппарат как коммерческий объект и как носитель памяти в инсталляции.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«Ограничения».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П45; визуально раскрывает тему «Ограничения».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45-03.png.</a:t>
            </a:r>
          </a:p>
          <a:p xmlns:a="http://schemas.openxmlformats.org/drawingml/2006/main">
            <a:r>
              <a:t>Полный промпт: Контактный лист 2×2, созданный специально для П45.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P45-A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Театральная музейная витрина с одним главным предметом.</a:t>
            </a:r>
          </a:p>
          <a:p xmlns:a="http://schemas.openxmlformats.org/drawingml/2006/main">
            <a:r>
              <a:t>2. Два бумажных thumbnail как миниатюрные сценографические макеты.</a:t>
            </a:r>
          </a:p>
          <a:p xmlns:a="http://schemas.openxmlformats.org/drawingml/2006/main">
            <a:r>
              <a:t>3. Монументальная выставочная стена со старым телефоном и большими пустыми зонами.</a:t>
            </a:r>
          </a:p>
          <a:p xmlns:a="http://schemas.openxmlformats.org/drawingml/2006/main">
            <a:r>
              <a:t>4. Один фотоаппарат как коммерческий объект и как носитель памяти в инсталляции.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«Два направления hero».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П45; визуально раскрывает тему «Два направления hero».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45-04.png.</a:t>
            </a:r>
          </a:p>
          <a:p xmlns:a="http://schemas.openxmlformats.org/drawingml/2006/main">
            <a:r>
              <a:t>Полный промпт: Контактный лист 2×2, созданный специально для П45.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P45-A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Театральная музейная витрина с одним главным предметом.</a:t>
            </a:r>
          </a:p>
          <a:p xmlns:a="http://schemas.openxmlformats.org/drawingml/2006/main">
            <a:r>
              <a:t>2. Два бумажных thumbnail как миниатюрные сценографические макеты.</a:t>
            </a:r>
          </a:p>
          <a:p xmlns:a="http://schemas.openxmlformats.org/drawingml/2006/main">
            <a:r>
              <a:t>3. Монументальная выставочная стена со старым телефоном и большими пустыми зонами.</a:t>
            </a:r>
          </a:p>
          <a:p xmlns:a="http://schemas.openxmlformats.org/drawingml/2006/main">
            <a:r>
              <a:t>4. Один фотоаппарат как коммерческий объект и как носитель памяти в инсталляции.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«Показ преподавателя».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П45; визуально раскрывает тему «Показ преподавателя».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45-05.png.</a:t>
            </a:r>
          </a:p>
          <a:p xmlns:a="http://schemas.openxmlformats.org/drawingml/2006/main">
            <a:r>
              <a:t>Полный промпт: Контактный лист 2×2, созданный специально для П45.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P45-B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Пять приглушённых предметов и один освещённый визуальный герой.</a:t>
            </a:r>
          </a:p>
          <a:p xmlns:a="http://schemas.openxmlformats.org/drawingml/2006/main">
            <a:r>
              <a:t>2. Куратор переносит свет и тень с миниатюрного макета на полноразмерную стену.</a:t>
            </a:r>
          </a:p>
          <a:p xmlns:a="http://schemas.openxmlformats.org/drawingml/2006/main">
            <a:r>
              <a:t>3. Маршрут первого взгляда посетителя через выставочное пространство.</a:t>
            </a:r>
          </a:p>
          <a:p xmlns:a="http://schemas.openxmlformats.org/drawingml/2006/main">
            <a:r>
              <a:t>4. Пустая тёмная панель.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«Работа с Illustration Pack».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П45; визуально раскрывает тему «Работа с Illustration Pack».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45-06.png.</a:t>
            </a:r>
          </a:p>
          <a:p xmlns:a="http://schemas.openxmlformats.org/drawingml/2006/main">
            <a:r>
              <a:t>Полный промпт: Контактный лист 2×2, созданный специально для П45.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P45-B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Пять приглушённых предметов и один освещённый визуальный герой.</a:t>
            </a:r>
          </a:p>
          <a:p xmlns:a="http://schemas.openxmlformats.org/drawingml/2006/main">
            <a:r>
              <a:t>2. Куратор переносит свет и тень с миниатюрного макета на полноразмерную стену.</a:t>
            </a:r>
          </a:p>
          <a:p xmlns:a="http://schemas.openxmlformats.org/drawingml/2006/main">
            <a:r>
              <a:t>3. Маршрут первого взгляда посетителя через выставочное пространство.</a:t>
            </a:r>
          </a:p>
          <a:p xmlns:a="http://schemas.openxmlformats.org/drawingml/2006/main">
            <a:r>
              <a:t>4. Пустая тёмная панель.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«Промежуточная проверка».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П45; визуально раскрывает тему «Промежуточная проверка».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45-07.png.</a:t>
            </a:r>
          </a:p>
          <a:p xmlns:a="http://schemas.openxmlformats.org/drawingml/2006/main">
            <a:r>
              <a:t>Полный промпт: Контактный лист 2×2, созданный специально для П45.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P45-B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Пять приглушённых предметов и один освещённый визуальный герой.</a:t>
            </a:r>
          </a:p>
          <a:p xmlns:a="http://schemas.openxmlformats.org/drawingml/2006/main">
            <a:r>
              <a:t>2. Куратор переносит свет и тень с миниатюрного макета на полноразмерную стену.</a:t>
            </a:r>
          </a:p>
          <a:p xmlns:a="http://schemas.openxmlformats.org/drawingml/2006/main">
            <a:r>
              <a:t>3. Маршрут первого взгляда посетителя через выставочное пространство.</a:t>
            </a:r>
          </a:p>
          <a:p xmlns:a="http://schemas.openxmlformats.org/drawingml/2006/main">
            <a:r>
              <a:t>4. Пустая тёмная панель.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18e4cfa2f44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fd472ee7ed4eb6" /><Relationship Type="http://schemas.openxmlformats.org/officeDocument/2006/relationships/slideLayout" Target="/ppt/slideLayouts/slideLayout1.xml" Id="R0e5a2992349b4a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5a2992349b4a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36a8241c64b13" /><Relationship Type="http://schemas.openxmlformats.org/officeDocument/2006/relationships/image" Target="/ppt/media/image.png" Id="R85167d426d6d4db6" /><Relationship Type="http://schemas.openxmlformats.org/officeDocument/2006/relationships/notesSlide" Target="/ppt/notesSlides/notesSlide1.xml" Id="R0f99352d93084b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d127f7d5b4f12" /><Relationship Type="http://schemas.openxmlformats.org/officeDocument/2006/relationships/image" Target="/ppt/media/image2.png" Id="R9113b0bbf1754cb8" /><Relationship Type="http://schemas.openxmlformats.org/officeDocument/2006/relationships/notesSlide" Target="/ppt/notesSlides/notesSlide2.xml" Id="R034af7777f6649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9def325144eb5" /><Relationship Type="http://schemas.openxmlformats.org/officeDocument/2006/relationships/image" Target="/ppt/media/image3.png" Id="Rf7a70c10dbba42ee" /><Relationship Type="http://schemas.openxmlformats.org/officeDocument/2006/relationships/notesSlide" Target="/ppt/notesSlides/notesSlide3.xml" Id="Rae96958e435f45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216f008374c34" /><Relationship Type="http://schemas.openxmlformats.org/officeDocument/2006/relationships/notesSlide" Target="/ppt/notesSlides/notesSlide4.xml" Id="R865665e83ea747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2445921a149dd" /><Relationship Type="http://schemas.openxmlformats.org/officeDocument/2006/relationships/image" Target="/ppt/media/image4.png" Id="R89f32b9daf5949fe" /><Relationship Type="http://schemas.openxmlformats.org/officeDocument/2006/relationships/notesSlide" Target="/ppt/notesSlides/notesSlide5.xml" Id="Rec86148913534f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8c4f8294548df" /><Relationship Type="http://schemas.openxmlformats.org/officeDocument/2006/relationships/notesSlide" Target="/ppt/notesSlides/notesSlide6.xml" Id="R70ffd9dcdec647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a3777f2694d2a" /><Relationship Type="http://schemas.openxmlformats.org/officeDocument/2006/relationships/image" Target="/ppt/media/image5.png" Id="Rf2302e6fa25c46ab" /><Relationship Type="http://schemas.openxmlformats.org/officeDocument/2006/relationships/notesSlide" Target="/ppt/notesSlides/notesSlide7.xml" Id="Rbeaa773403e64a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f37e5983f453e" /><Relationship Type="http://schemas.openxmlformats.org/officeDocument/2006/relationships/image" Target="/ppt/media/image6.png" Id="Rb4aeb2fe825646eb" /><Relationship Type="http://schemas.openxmlformats.org/officeDocument/2006/relationships/notesSlide" Target="/ppt/notesSlides/notesSlide8.xml" Id="R1764d22dab164c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15bea552c4f4d" /><Relationship Type="http://schemas.openxmlformats.org/officeDocument/2006/relationships/image" Target="/ppt/media/image7.png" Id="Rd47b64e511c149e7" /><Relationship Type="http://schemas.openxmlformats.org/officeDocument/2006/relationships/notesSlide" Target="/ppt/notesSlides/notesSlide9.xml" Id="Rd8fef351601548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a45f7513f4863" /><Relationship Type="http://schemas.openxmlformats.org/officeDocument/2006/relationships/notesSlide" Target="/ppt/notesSlides/notesSlide10.xml" Id="R6f024fa0013745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2c9d0e8f94e9e" /><Relationship Type="http://schemas.openxmlformats.org/officeDocument/2006/relationships/image" Target="/ppt/media/image8.png" Id="Rfb9c674442e34967" /><Relationship Type="http://schemas.openxmlformats.org/officeDocument/2006/relationships/notesSlide" Target="/ppt/notesSlides/notesSlide11.xml" Id="Re1b463c8b56e46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ebd00e4904041" /><Relationship Type="http://schemas.openxmlformats.org/officeDocument/2006/relationships/notesSlide" Target="/ppt/notesSlides/notesSlide12.xml" Id="R9f6b5d46b83549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70a4506af4873" /><Relationship Type="http://schemas.openxmlformats.org/officeDocument/2006/relationships/notesSlide" Target="/ppt/notesSlides/notesSlide13.xml" Id="R5a4724220a594e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b6e5086914cc3" /><Relationship Type="http://schemas.openxmlformats.org/officeDocument/2006/relationships/notesSlide" Target="/ppt/notesSlides/notesSlide14.xml" Id="Ra6b0c065303d4c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04922574e4bfd" /><Relationship Type="http://schemas.openxmlformats.org/officeDocument/2006/relationships/notesSlide" Target="/ppt/notesSlides/notesSlide15.xml" Id="R8dd097fcaa6e41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67d426d6d4db6"/>
          <a:srcRect xmlns:a="http://schemas.openxmlformats.org/drawingml/2006/main" l="16506" t="0" r="165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29075" y="0"/>
            <a:ext cx="81629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62112-F699-49D3-89CC-951C9CCF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290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31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A937F-8EA6-4441-B573-426A53A4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Хекслет Колледж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D2671-2EB7-4D8A-B921-E23E5B92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ПМ1 · Сканирование и обработка</a:t>
            </a:r>
          </a:p>
          <a:p xmlns:a="http://schemas.openxmlformats.org/drawingml/2006/main">
            <a:pPr>
              <a:defRPr sz="10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графической информации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A54F7-934C-4802-A422-A879BF32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Занятие 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2842D-BEC7-4357-A75D-CE4877F4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95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94"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Studio brief: первый экран промо-страницы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8F030-8911-4288-80A7-DC6CB5D9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09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Собираем desktop hero проекта «Музей забытых вещей»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36191-D365-4019-80DB-5D7A48C5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F87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F878D"/>
                </a:solidFill>
                <a:latin typeface="Arial"/>
                <a:ea typeface="Arial"/>
                <a:cs typeface="Arial"/>
              </a:rPr>
              <a:t>люди · идеи · инструменты · изображения · проекты</a:t>
            </a:r>
          </a:p>
        </p:txBody>
      </p:sp>
    </p:spTree>
    <p:extLst>
      <p:ext uri="{BB962C8B-B14F-4D97-AF65-F5344CB8AC3E}">
        <p14:creationId xmlns:p14="http://schemas.microsoft.com/office/powerpoint/2010/main" val="8206136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E3754565-A355-458C-B904-7D67C278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brief: первый экран промо-страницы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7F8CEED-0E6B-460A-87B0-E59D06DE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A31F6-BC4E-4D7A-873E-A3641A03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7EAA0-8036-410D-88BF-67F66985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F59024EB-95FA-4529-A91E-AD2CABD3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BD460E5-5B42-4BE5-BDE3-F341C693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Производственный бриф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87176603-7E1D-494E-B6D7-1CB2F3DC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Промо-страница знакомит с цифровой коллекцией забытых вещей и приглашает открыть экспонаты.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3b0bbf1754cb8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7F8304E8-1B6C-47DF-919C-DE5D8EBD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Экран строится вокруг задачи, аудитории и действия.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609E6-EDD1-4ACD-9251-9E2D05BB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BFD26-7675-4318-811C-369B693C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0435C0CF-72D7-4765-8A13-AC9300E8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Экран строится вокруг задачи, аудитории и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1545029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DCBCF280-5A82-4AC9-A5F2-91BEB0D4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brief: первый экран промо-страницы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6C2268A-F824-4B8A-8DED-10A7B35C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7A1F0-9B83-49D5-86AC-3F67C9E7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AAB92-47DA-4F7D-901C-1A12945D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9B320CAD-8A11-41BC-AD54-F942670D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B183EB8-1F09-4C9A-92AF-DC142731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Результат занятия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4E40866B-FD77-44A0-84F0-D126BE1A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Desktop hero 1440 px с заголовком, авторской графикой и заметным целевым действием.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70c10dbba42ee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CEAAFE89-1FC7-4398-AAA7-89E840A0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Результат проверяют как первый экран страницы.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2B471-4EB6-4B0B-9593-21DB495A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2532E-C067-4800-A0F0-0197A46F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E7FFAECF-BB5A-475D-B5FE-93BF72F4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Результат проверяют как первый экран страницы.</a:t>
            </a:r>
          </a:p>
        </p:txBody>
      </p:sp>
    </p:spTree>
    <p:extLst>
      <p:ext uri="{BB962C8B-B14F-4D97-AF65-F5344CB8AC3E}">
        <p14:creationId xmlns:p14="http://schemas.microsoft.com/office/powerpoint/2010/main" val="423900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heme">
            <a:extLst xmlns:a="http://schemas.openxmlformats.org/drawingml/2006/main">
              <a:ext uri="{FF2B5EF4-FFF2-40B4-BE49-F238E27FC236}">
                <a16:creationId xmlns:a16="http://schemas.microsoft.com/office/drawing/2014/main" id="{896A635F-C12F-4801-A55D-6956CE71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brief: первый экран промо-страницы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D5E6181-CD33-4802-A209-12B6C189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23D0B-3BEA-4C57-9E07-2E95C79E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02242-6234-491F-B3EF-31EFDDE1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76C31159-33DF-48B0-861B-C6C63FAC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02B8085-7BA8-4E43-8186-9862F693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Задача первого экрана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C8B3FF16-5051-4D7A-AB5E-C505EC3C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За несколько секунд показать тему проекта и предложить понятное действие.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4D731-5248-41EE-99C7-7BFA0C51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93E90-DCF0-49E7-97DF-AB6CBCB4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6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 несколько секунд показать тему проекта и предложить понятное действие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CF35A-D0C5-485B-AAA4-21C5BD21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C176C-CC75-42F7-AC70-3664C831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AD79C-BC62-47B3-9D6B-B7179A3C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43D18-C000-4B64-8E19-7A830943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Исправить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121A1-3A4B-4D65-82B6-04EB630F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7AD34-FE7D-4A00-94C9-C3C5C20B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Передать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E49E4-33CB-48DE-87C1-1D0D9D01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Hero задаёт ожидание от всей страницы.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0905F991-5586-46B1-AD09-D1D61DF8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Hero задаёт ожидание от всей страницы.</a:t>
            </a:r>
          </a:p>
        </p:txBody>
      </p:sp>
    </p:spTree>
    <p:extLst>
      <p:ext uri="{BB962C8B-B14F-4D97-AF65-F5344CB8AC3E}">
        <p14:creationId xmlns:p14="http://schemas.microsoft.com/office/powerpoint/2010/main" val="1788076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FB08A678-ABB0-4661-B59E-CFE74AEC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brief: первый экран промо-страницы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F303428B-83D2-46B5-9C3E-6B967980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F1A7F-4B7A-4935-9C43-F92778BA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3ED04-610B-42CF-8066-4F87DDC6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6DD1F1B9-F8F3-4D03-AC51-C082D912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3CDF179-D3D0-4DAD-8096-09C5D76D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A28A4731-9009-48CD-B899-39B08D01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Используем материалы П042–П044. Один главный visual. Настоящий текст. Без внешних брендов.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32b9daf5949fe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616B4ADE-A225-4E93-9FEC-5912DD40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Ограничения делают решения сравнимыми.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9B72B-8E28-4627-905A-B4E4D81C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00604-7F97-4D4A-8555-FB43D477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5280B1E5-AFD7-4333-8C7B-72EF769F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Ограничения делают решения сравнимыми.</a:t>
            </a:r>
          </a:p>
        </p:txBody>
      </p:sp>
    </p:spTree>
    <p:extLst>
      <p:ext uri="{BB962C8B-B14F-4D97-AF65-F5344CB8AC3E}">
        <p14:creationId xmlns:p14="http://schemas.microsoft.com/office/powerpoint/2010/main" val="330089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heme">
            <a:extLst xmlns:a="http://schemas.openxmlformats.org/drawingml/2006/main">
              <a:ext uri="{FF2B5EF4-FFF2-40B4-BE49-F238E27FC236}">
                <a16:creationId xmlns:a16="http://schemas.microsoft.com/office/drawing/2014/main" id="{3DF00A46-F867-41E0-A0A5-C6CB2A2E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brief: первый экран промо-страницы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4C52DEB0-9E5C-48E5-8C32-52AE2693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890FB-F6A3-436C-89C8-22117E46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306CB-74F5-4ADA-9E7D-3F40E2BD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8702498D-58FF-4DE2-B433-D420EF29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7AAEFDB-9730-4F63-8A1E-9E434BBE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Визуальная иерархия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A92C028A-559E-4E8B-832C-3023BE54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Сначала тема, затем главный предмет, после этого действие и дополнительная информация.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C1913-0A6A-4A4A-A1D2-54A88DDF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ДО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32DB9-AD14-4B14-9BC1-D0CF6D02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C6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C63FF"/>
                </a:solidFill>
                <a:latin typeface="Arial"/>
                <a:ea typeface="Arial"/>
                <a:cs typeface="Arial"/>
              </a:rPr>
              <a:t>ПОСЛЕ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84C9E-1CF4-4AE5-B009-2750CC90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9E442-4A84-4158-9BE6-A5D8A547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B0252-4E01-4AA0-9A11-72B6FCD7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Проблема видна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 масштабе, структуре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или порядке чтения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CC216-3464-4F86-9437-2CE6430A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Одна точная правка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связана с наблюдением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 сохраняет систему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0C49E-BC26-4F6E-A6DA-DA4A511B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Порядок чтения можно увидеть без объяснения.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C9721A1F-E96C-4ECB-A8C8-80239074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Порядок чтения можно увидеть без объяснения.</a:t>
            </a:r>
          </a:p>
        </p:txBody>
      </p:sp>
    </p:spTree>
    <p:extLst>
      <p:ext uri="{BB962C8B-B14F-4D97-AF65-F5344CB8AC3E}">
        <p14:creationId xmlns:p14="http://schemas.microsoft.com/office/powerpoint/2010/main" val="5854220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3794C9DF-2F45-4608-96E1-EF227127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brief: первый экран промо-страницы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D8CCF95-DC96-4070-962A-633C3CA3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DDD95-493F-4A24-B795-6A6683A7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C75EC-D076-4F40-B16F-DFC93FC7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8167D873-FE8F-4AE7-AF57-8EC87D4E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A62551E-E964-4944-83C6-5C9DCFF9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Два направления hero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C02C3950-5F2C-409B-B354-5508C04D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Предмет крупно или предмет в коллекции. Оба решения допустимы при ясном фокусе.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02e6fa25c46ab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78CCE231-9FB2-474F-A318-D1D2CF8A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Выбор подтверждают задачей, а не вкусом.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D385E-C839-4114-8ACC-147D023A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35208-031E-4C32-B25A-03C1FE02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348C702D-7556-4205-B788-5B3DEDDB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Выбор подтверждают задачей, а не вкусом.</a:t>
            </a:r>
          </a:p>
        </p:txBody>
      </p:sp>
    </p:spTree>
    <p:extLst>
      <p:ext uri="{BB962C8B-B14F-4D97-AF65-F5344CB8AC3E}">
        <p14:creationId xmlns:p14="http://schemas.microsoft.com/office/powerpoint/2010/main" val="19317891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E23C82EA-30F3-40B5-9085-BD293772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brief: первый экран промо-страницы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64C0A9F-AEE0-4B5C-8EA8-AF0602F2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72562-F2C5-41BF-982D-26969BE3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DCC65-7DE6-4293-B088-3B1C65AA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1BEC024E-BD65-4D20-AB6A-996E6695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59A35AE-2CC5-4288-AFFA-17ADF0B5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541D47C6-822C-40E9-A1B4-3A64CF07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От пустого frame к hero: сетка, текст, visual, CTA и проверка контраста.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eb2fe825646eb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28DE5C21-1873-4762-A6C2-AE6B4A7B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проговаривает критерий каждого решения.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87F49-1563-432B-9E27-F891C693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8C029-5FC8-422A-B9A7-3352BB01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A06EC203-A9C3-40F7-B5BF-6DECC47B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проговаривает критерий каждого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2524164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570A48B9-0CB8-4013-A6E5-A767BC97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brief: первый экран промо-страницы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2F790DD-3624-4E3C-B60A-F2809D37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CA9E3-5FAC-486B-B51C-E491C530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A1D2A-D739-4E9C-AA99-750CA60F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11032068-CABF-4A01-9DE7-B19F21EA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AA0890C-2F36-45B8-B6D9-87D59104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Работа с Illustration Pack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5D72301E-9756-4E25-BE12-2E52B1EE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Выберите один hero asset и до двух поддерживающих деталей.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b64e511c149e7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702DFB29-9C41-46CA-AFD7-8E7282B8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Система сильнее каталога всех созданных элементов.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EBCFF-F0BE-4C81-BB12-D582B215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F0717-8C9E-4F8E-97CA-ABDEC5D7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8FE1A7D7-A607-452B-8753-156B9FF2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Система сильнее каталога всех созданных элементов.</a:t>
            </a:r>
          </a:p>
        </p:txBody>
      </p:sp>
    </p:spTree>
    <p:extLst>
      <p:ext uri="{BB962C8B-B14F-4D97-AF65-F5344CB8AC3E}">
        <p14:creationId xmlns:p14="http://schemas.microsoft.com/office/powerpoint/2010/main" val="10848380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BD2AA03D-E5FD-4E52-AC19-03DD8A81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brief: первый экран промо-страницы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C9B08FF9-1046-4E47-B4FC-5599292E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BFA5F-671F-494F-A334-60DC6634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2A078-D684-4CFF-94E7-50008A7C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AE0F3F5A-D3E0-4529-BD35-8B355F9A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EAE4E11-7D1E-4454-92BF-049673F7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Практика: desktop hero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F2E9782E-81E2-4E8B-AD8D-FA55A73F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25 минут самостоятельной сборки. Сохраните source, frame и короткую запись решения.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5C4AC-6D45-449F-AECD-BFF7B6FC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4A427-B3EE-4260-B627-E277FD0E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минут практики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A27C0-9511-4471-92B9-8B2BE72F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25 минут самостоятельной сборки. Сохраните source, frame и короткую запись решения.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0B285-5B1B-450D-B92B-37F45406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 концу практики должен существовать проверяемый экран.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E811A431-2F50-440E-BC89-6D9EF105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К концу практики должен существовать проверяемый экран.</a:t>
            </a:r>
          </a:p>
        </p:txBody>
      </p:sp>
    </p:spTree>
    <p:extLst>
      <p:ext uri="{BB962C8B-B14F-4D97-AF65-F5344CB8AC3E}">
        <p14:creationId xmlns:p14="http://schemas.microsoft.com/office/powerpoint/2010/main" val="16369416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2BF7F858-DC57-4505-9ECE-04A94BE8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brief: первый экран промо-страницы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16B5A50-672D-41F5-B5BD-3F60858B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BC444-ACA8-4195-9B98-86D4E93D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071E1-248D-4FB4-A959-3B5BAFB5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5F14BF18-21A9-4D1A-98CF-EDEC4B92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62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747F501-E684-4104-B92D-C7B102DA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Промежуточная проверка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D605BFFC-DF4A-4FDC-9A74-0B020945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Уменьшите экран до миниатюры. Закройте детали. Проверьте главный фокус.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c674442e34967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C2D055AD-F001-4EC4-AABE-BB9766F8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Силуэт страницы показывает иерархию.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E3368-0E82-41FE-A5C3-622B40AD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3C0E8-FFEF-4649-BC34-00E771CB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22EBB96F-A0BF-4603-B484-F932BB55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Силуэт страницы показывает иерархию.</a:t>
            </a:r>
          </a:p>
        </p:txBody>
      </p:sp>
    </p:spTree>
    <p:extLst>
      <p:ext uri="{BB962C8B-B14F-4D97-AF65-F5344CB8AC3E}">
        <p14:creationId xmlns:p14="http://schemas.microsoft.com/office/powerpoint/2010/main" val="7487992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heme">
            <a:extLst xmlns:a="http://schemas.openxmlformats.org/drawingml/2006/main">
              <a:ext uri="{FF2B5EF4-FFF2-40B4-BE49-F238E27FC236}">
                <a16:creationId xmlns:a16="http://schemas.microsoft.com/office/drawing/2014/main" id="{CDDE3433-F1BD-4B5B-87E5-D1E10DEF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brief: первый экран промо-страницы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BF93B2BF-1217-4B59-81A9-5C4A6121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2AE71-80C3-42C0-8034-87DDCFB0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DC3FF-21EB-4A53-BB08-57B54963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14A4DA8C-C663-41AA-93DF-26F17995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D640705-C281-4D03-BEAB-AFC6E8A8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Critique: одна проблема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7A6487E3-E7B0-4AD3-978D-843CC260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Формулируем наблюдение: сначала вижу, не понимаю, действие теряется.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CF568-B91C-42D7-8772-4453E29F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8C7C6-F348-4AA5-8DE0-A3BDBEEA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2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Формулируем наблюдение: сначала вижу, не понимаю, действие теряется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DFE2C-71A9-4C6B-AF97-FF2E7A4F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6AE45-31EF-4B1A-94E7-52016A60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73096-4794-438D-A7B9-C06C21B0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366DC-B239-4661-BFA8-80FDFD0B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Исправить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A38A4-EE9C-4F36-A9FD-075CE8CC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CEA59-A9BB-45D5-8C5B-E4E55EDF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Передать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CA1CB-A542-4E1E-A9F6-9C9F64A8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Critique описывает эффект решения.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C50FDDF5-FD96-4E12-98A9-1BDBC98C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Critique описывает эффект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2182641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heme">
            <a:extLst xmlns:a="http://schemas.openxmlformats.org/drawingml/2006/main">
              <a:ext uri="{FF2B5EF4-FFF2-40B4-BE49-F238E27FC236}">
                <a16:creationId xmlns:a16="http://schemas.microsoft.com/office/drawing/2014/main" id="{2B2A0F1B-8F11-4E1B-919F-84E1C99A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brief: первый экран промо-страницы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BCF23D49-1985-4ADA-9657-BC91C611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427A1-8B28-4851-87AD-3FF4C00A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4A8C8-1C5C-417D-B5C1-2C8D7D55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3F365895-FB45-45AC-9632-C7B98C39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A1BB781-F9F1-4C37-B2DF-27750956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Типичные ошибки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F16C6B36-8EF5-4F61-8C0D-E0E8DB25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Слишком много объектов, слабый заголовок, музей похож на магазин, CTA теряется.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2005D-32FF-4E73-B1C1-931FD729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РО 1.1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CA668-4F38-4A90-B9FF-C7216270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Слишком много объектов, слабый заголовок, музей похож на магазин, CTA теряется.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2EBC2-5586-4B5D-BE3D-BB558A3E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Исправляем структуру до декоративной полировки.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58909B03-CDBD-4306-B8B5-494A2D6C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Исправляем структуру до декоративной полировки.</a:t>
            </a:r>
          </a:p>
        </p:txBody>
      </p:sp>
    </p:spTree>
    <p:extLst>
      <p:ext uri="{BB962C8B-B14F-4D97-AF65-F5344CB8AC3E}">
        <p14:creationId xmlns:p14="http://schemas.microsoft.com/office/powerpoint/2010/main" val="16588184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heme">
            <a:extLst xmlns:a="http://schemas.openxmlformats.org/drawingml/2006/main">
              <a:ext uri="{FF2B5EF4-FFF2-40B4-BE49-F238E27FC236}">
                <a16:creationId xmlns:a16="http://schemas.microsoft.com/office/drawing/2014/main" id="{5D3E0DC3-581A-4EE0-B33D-C5C523D6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brief: первый экран промо-страницы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0A7376D7-6C57-4105-A29A-C4983BB6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457B2-696B-4C66-AF0D-C703C0B1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CA897-83BA-44E7-8CF5-1C3B824C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FA203662-9A8D-49B5-9DE4-92E56922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3F20023-DC3B-4A6E-91E5-5FF8A8AD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Обязательная итерация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3958F37D-C9F9-4170-9D5F-C722243A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Измените один параметр и сохраните before/after.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923B4-268C-4916-A363-802B9199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ДО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776B2-0615-456A-BAC6-BA25DA82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C6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C63FF"/>
                </a:solidFill>
                <a:latin typeface="Arial"/>
                <a:ea typeface="Arial"/>
                <a:cs typeface="Arial"/>
              </a:rPr>
              <a:t>ПОСЛЕ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F5585-994F-4964-A227-54F11A44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2ED72-B16F-4281-B91F-62E5CB87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58719-0CE8-4A20-B66A-A06E7D9C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Проблема видна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 масштабе, структуре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или порядке чтения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884F6-C34A-4280-B706-C85E11E7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Одна точная правка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связана с наблюдением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 сохраняет систему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495B0-F64A-479B-AB34-24CB5297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Причина изменения должна быть видна.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228003C5-E8E9-42F6-B463-7F1DB5D2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Причина изменения должна быть видна.</a:t>
            </a:r>
          </a:p>
        </p:txBody>
      </p:sp>
    </p:spTree>
    <p:extLst>
      <p:ext uri="{BB962C8B-B14F-4D97-AF65-F5344CB8AC3E}">
        <p14:creationId xmlns:p14="http://schemas.microsoft.com/office/powerpoint/2010/main" val="9983840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heme">
            <a:extLst xmlns:a="http://schemas.openxmlformats.org/drawingml/2006/main">
              <a:ext uri="{FF2B5EF4-FFF2-40B4-BE49-F238E27FC236}">
                <a16:creationId xmlns:a16="http://schemas.microsoft.com/office/drawing/2014/main" id="{38772D59-AC11-4318-B57E-183929D9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Studio brief: первый экран промо-страницы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43B2370E-FAD2-408B-B911-0D5370E7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86DF7-6BC8-42D9-98D5-04C76571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8103C-162C-44BA-80D3-9E67B3C5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6B6E6100-2987-4F25-BB36-FC827E7F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B1F34C1-CD01-4628-9266-DC0AA8E3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Итог П045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A9B59FC7-6CBB-4399-8FDD-7CF61EA9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Desktop hero готов к проверке на узком экране.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25D04-6838-48A8-898E-16DD8B01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РО 1.1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31B23-E69B-4E4F-9DA4-A35A7368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Desktop hero готов к проверке на узком экране.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8DF5F-32A9-4361-9BF5-DCE65367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Следующий шаг: mobile, critique и доказуемая итерация.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3130C4C9-4B86-4212-8368-A58DDE43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Следующий шаг: mobile, critique и доказуемая итерация.</a:t>
            </a:r>
          </a:p>
        </p:txBody>
      </p:sp>
    </p:spTree>
    <p:extLst>
      <p:ext uri="{BB962C8B-B14F-4D97-AF65-F5344CB8AC3E}">
        <p14:creationId xmlns:p14="http://schemas.microsoft.com/office/powerpoint/2010/main" val="59393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2026-09-20T03:05:17.4610000Z</dcterms:created>
  <dcterms:modified xsi:type="dcterms:W3CDTF">2026-09-20T03:05:17.4610000Z</dcterms:modified>
</coreProperties>
</file>